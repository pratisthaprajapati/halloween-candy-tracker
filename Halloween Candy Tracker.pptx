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BEE89-33AC-49E5-BA15-1E386A796336}" v="54" dt="2025-11-08T20:50:57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Gautam" userId="f12814d90805f8ec" providerId="LiveId" clId="{FEA40A70-85E6-4502-82A9-EE550D86B5EA}"/>
    <pc:docChg chg="undo custSel addSld modSld">
      <pc:chgData name="Deepika Gautam" userId="f12814d90805f8ec" providerId="LiveId" clId="{FEA40A70-85E6-4502-82A9-EE550D86B5EA}" dt="2025-11-08T20:51:03.576" v="1588" actId="1076"/>
      <pc:docMkLst>
        <pc:docMk/>
      </pc:docMkLst>
      <pc:sldChg chg="addSp modSp mod setBg">
        <pc:chgData name="Deepika Gautam" userId="f12814d90805f8ec" providerId="LiveId" clId="{FEA40A70-85E6-4502-82A9-EE550D86B5EA}" dt="2025-11-08T19:20:09.128" v="987" actId="255"/>
        <pc:sldMkLst>
          <pc:docMk/>
          <pc:sldMk cId="3151889070" sldId="256"/>
        </pc:sldMkLst>
        <pc:spChg chg="mod">
          <ac:chgData name="Deepika Gautam" userId="f12814d90805f8ec" providerId="LiveId" clId="{FEA40A70-85E6-4502-82A9-EE550D86B5EA}" dt="2025-11-08T19:07:05.920" v="771" actId="26606"/>
          <ac:spMkLst>
            <pc:docMk/>
            <pc:sldMk cId="3151889070" sldId="256"/>
            <ac:spMk id="2" creationId="{91C33B34-5096-A929-39A0-084E03A518DA}"/>
          </ac:spMkLst>
        </pc:spChg>
        <pc:spChg chg="mod">
          <ac:chgData name="Deepika Gautam" userId="f12814d90805f8ec" providerId="LiveId" clId="{FEA40A70-85E6-4502-82A9-EE550D86B5EA}" dt="2025-11-08T19:20:09.128" v="987" actId="255"/>
          <ac:spMkLst>
            <pc:docMk/>
            <pc:sldMk cId="3151889070" sldId="256"/>
            <ac:spMk id="3" creationId="{002165EE-8169-4E82-F8BD-C52B55BE1431}"/>
          </ac:spMkLst>
        </pc:spChg>
        <pc:spChg chg="add">
          <ac:chgData name="Deepika Gautam" userId="f12814d90805f8ec" providerId="LiveId" clId="{FEA40A70-85E6-4502-82A9-EE550D86B5EA}" dt="2025-11-08T19:07:05.920" v="771" actId="26606"/>
          <ac:spMkLst>
            <pc:docMk/>
            <pc:sldMk cId="3151889070" sldId="256"/>
            <ac:spMk id="10" creationId="{2F84762E-7FCC-4EAF-B9E7-CE7214491E0D}"/>
          </ac:spMkLst>
        </pc:spChg>
        <pc:spChg chg="add">
          <ac:chgData name="Deepika Gautam" userId="f12814d90805f8ec" providerId="LiveId" clId="{FEA40A70-85E6-4502-82A9-EE550D86B5EA}" dt="2025-11-08T19:07:05.920" v="771" actId="26606"/>
          <ac:spMkLst>
            <pc:docMk/>
            <pc:sldMk cId="3151889070" sldId="256"/>
            <ac:spMk id="14" creationId="{A1038667-0C3F-4764-A24D-DA9D9B474851}"/>
          </ac:spMkLst>
        </pc:spChg>
        <pc:spChg chg="add">
          <ac:chgData name="Deepika Gautam" userId="f12814d90805f8ec" providerId="LiveId" clId="{FEA40A70-85E6-4502-82A9-EE550D86B5EA}" dt="2025-11-08T19:07:05.920" v="771" actId="26606"/>
          <ac:spMkLst>
            <pc:docMk/>
            <pc:sldMk cId="3151889070" sldId="256"/>
            <ac:spMk id="18" creationId="{571EEFCA-9235-4BC2-85C3-A4EC6EE57AC4}"/>
          </ac:spMkLst>
        </pc:spChg>
        <pc:picChg chg="add">
          <ac:chgData name="Deepika Gautam" userId="f12814d90805f8ec" providerId="LiveId" clId="{FEA40A70-85E6-4502-82A9-EE550D86B5EA}" dt="2025-11-08T19:07:05.920" v="771" actId="26606"/>
          <ac:picMkLst>
            <pc:docMk/>
            <pc:sldMk cId="3151889070" sldId="256"/>
            <ac:picMk id="7" creationId="{B35B6718-92CA-2043-F76C-F8DDE7086352}"/>
          </ac:picMkLst>
        </pc:picChg>
        <pc:picChg chg="add">
          <ac:chgData name="Deepika Gautam" userId="f12814d90805f8ec" providerId="LiveId" clId="{FEA40A70-85E6-4502-82A9-EE550D86B5EA}" dt="2025-11-08T19:07:05.920" v="771" actId="26606"/>
          <ac:picMkLst>
            <pc:docMk/>
            <pc:sldMk cId="3151889070" sldId="256"/>
            <ac:picMk id="12" creationId="{927A1389-2A5D-4886-AD82-F213767E673F}"/>
          </ac:picMkLst>
        </pc:picChg>
        <pc:picChg chg="add">
          <ac:chgData name="Deepika Gautam" userId="f12814d90805f8ec" providerId="LiveId" clId="{FEA40A70-85E6-4502-82A9-EE550D86B5EA}" dt="2025-11-08T19:07:05.920" v="771" actId="26606"/>
          <ac:picMkLst>
            <pc:docMk/>
            <pc:sldMk cId="3151889070" sldId="256"/>
            <ac:picMk id="16" creationId="{6AC2195B-895A-4535-8ECD-9F5B669C5CA5}"/>
          </ac:picMkLst>
        </pc:picChg>
      </pc:sldChg>
      <pc:sldChg chg="addSp modSp new mod setBg">
        <pc:chgData name="Deepika Gautam" userId="f12814d90805f8ec" providerId="LiveId" clId="{FEA40A70-85E6-4502-82A9-EE550D86B5EA}" dt="2025-11-08T19:32:19.532" v="1230" actId="255"/>
        <pc:sldMkLst>
          <pc:docMk/>
          <pc:sldMk cId="3509316501" sldId="257"/>
        </pc:sldMkLst>
        <pc:spChg chg="mod">
          <ac:chgData name="Deepika Gautam" userId="f12814d90805f8ec" providerId="LiveId" clId="{FEA40A70-85E6-4502-82A9-EE550D86B5EA}" dt="2025-11-08T19:13:08.835" v="773" actId="26606"/>
          <ac:spMkLst>
            <pc:docMk/>
            <pc:sldMk cId="3509316501" sldId="257"/>
            <ac:spMk id="2" creationId="{C02E0C6D-098D-8053-46DB-4148D33FD722}"/>
          </ac:spMkLst>
        </pc:spChg>
        <pc:spChg chg="mod">
          <ac:chgData name="Deepika Gautam" userId="f12814d90805f8ec" providerId="LiveId" clId="{FEA40A70-85E6-4502-82A9-EE550D86B5EA}" dt="2025-11-08T19:32:19.532" v="1230" actId="255"/>
          <ac:spMkLst>
            <pc:docMk/>
            <pc:sldMk cId="3509316501" sldId="257"/>
            <ac:spMk id="3" creationId="{2B6B20B7-D9D5-8F8C-F732-9595C42536CD}"/>
          </ac:spMkLst>
        </pc:spChg>
        <pc:spChg chg="add">
          <ac:chgData name="Deepika Gautam" userId="f12814d90805f8ec" providerId="LiveId" clId="{FEA40A70-85E6-4502-82A9-EE550D86B5EA}" dt="2025-11-08T19:13:08.835" v="773" actId="26606"/>
          <ac:spMkLst>
            <pc:docMk/>
            <pc:sldMk cId="3509316501" sldId="257"/>
            <ac:spMk id="13" creationId="{78A4CDE5-C7BC-41E1-8A4A-79E024CC09F3}"/>
          </ac:spMkLst>
        </pc:spChg>
        <pc:grpChg chg="add">
          <ac:chgData name="Deepika Gautam" userId="f12814d90805f8ec" providerId="LiveId" clId="{FEA40A70-85E6-4502-82A9-EE550D86B5EA}" dt="2025-11-08T19:13:08.835" v="773" actId="26606"/>
          <ac:grpSpMkLst>
            <pc:docMk/>
            <pc:sldMk cId="3509316501" sldId="257"/>
            <ac:grpSpMk id="9" creationId="{905A9BAA-B344-45D2-838C-73856C4B15D4}"/>
          </ac:grpSpMkLst>
        </pc:grpChg>
        <pc:picChg chg="add">
          <ac:chgData name="Deepika Gautam" userId="f12814d90805f8ec" providerId="LiveId" clId="{FEA40A70-85E6-4502-82A9-EE550D86B5EA}" dt="2025-11-08T19:13:08.835" v="773" actId="26606"/>
          <ac:picMkLst>
            <pc:docMk/>
            <pc:sldMk cId="3509316501" sldId="257"/>
            <ac:picMk id="5" creationId="{50394354-F13A-5D41-9FA1-88E1FC312A19}"/>
          </ac:picMkLst>
        </pc:picChg>
        <pc:picChg chg="add">
          <ac:chgData name="Deepika Gautam" userId="f12814d90805f8ec" providerId="LiveId" clId="{FEA40A70-85E6-4502-82A9-EE550D86B5EA}" dt="2025-11-08T19:13:08.835" v="773" actId="26606"/>
          <ac:picMkLst>
            <pc:docMk/>
            <pc:sldMk cId="3509316501" sldId="257"/>
            <ac:picMk id="15" creationId="{025C7952-5703-489E-8DBD-F2EFAC8EEB05}"/>
          </ac:picMkLst>
        </pc:picChg>
      </pc:sldChg>
      <pc:sldChg chg="addSp delSp modSp new mod setBg">
        <pc:chgData name="Deepika Gautam" userId="f12814d90805f8ec" providerId="LiveId" clId="{FEA40A70-85E6-4502-82A9-EE550D86B5EA}" dt="2025-11-08T19:17:27.190" v="951" actId="1076"/>
        <pc:sldMkLst>
          <pc:docMk/>
          <pc:sldMk cId="2705062339" sldId="258"/>
        </pc:sldMkLst>
        <pc:spChg chg="mod">
          <ac:chgData name="Deepika Gautam" userId="f12814d90805f8ec" providerId="LiveId" clId="{FEA40A70-85E6-4502-82A9-EE550D86B5EA}" dt="2025-11-08T19:13:33.547" v="775" actId="26606"/>
          <ac:spMkLst>
            <pc:docMk/>
            <pc:sldMk cId="2705062339" sldId="258"/>
            <ac:spMk id="2" creationId="{EB612011-8F49-1AB8-5821-093B0D8B1D18}"/>
          </ac:spMkLst>
        </pc:spChg>
        <pc:spChg chg="add del mod">
          <ac:chgData name="Deepika Gautam" userId="f12814d90805f8ec" providerId="LiveId" clId="{FEA40A70-85E6-4502-82A9-EE550D86B5EA}" dt="2025-11-08T19:13:33.579" v="776" actId="26606"/>
          <ac:spMkLst>
            <pc:docMk/>
            <pc:sldMk cId="2705062339" sldId="258"/>
            <ac:spMk id="3" creationId="{6CAD60DC-B3DE-1D38-8B89-743DEB080C9E}"/>
          </ac:spMkLst>
        </pc:spChg>
        <pc:spChg chg="add">
          <ac:chgData name="Deepika Gautam" userId="f12814d90805f8ec" providerId="LiveId" clId="{FEA40A70-85E6-4502-82A9-EE550D86B5EA}" dt="2025-11-08T18:25:11.871" v="44"/>
          <ac:spMkLst>
            <pc:docMk/>
            <pc:sldMk cId="2705062339" sldId="258"/>
            <ac:spMk id="4" creationId="{E06905F3-C3C2-BC59-4A34-CEF81A8F78B4}"/>
          </ac:spMkLst>
        </pc:spChg>
        <pc:spChg chg="add">
          <ac:chgData name="Deepika Gautam" userId="f12814d90805f8ec" providerId="LiveId" clId="{FEA40A70-85E6-4502-82A9-EE550D86B5EA}" dt="2025-11-08T18:25:29.982" v="45"/>
          <ac:spMkLst>
            <pc:docMk/>
            <pc:sldMk cId="2705062339" sldId="258"/>
            <ac:spMk id="5" creationId="{F6B5BA51-59F4-1623-DAC0-E96C96FD282E}"/>
          </ac:spMkLst>
        </pc:spChg>
        <pc:spChg chg="add mod">
          <ac:chgData name="Deepika Gautam" userId="f12814d90805f8ec" providerId="LiveId" clId="{FEA40A70-85E6-4502-82A9-EE550D86B5EA}" dt="2025-11-08T18:25:40.927" v="49"/>
          <ac:spMkLst>
            <pc:docMk/>
            <pc:sldMk cId="2705062339" sldId="258"/>
            <ac:spMk id="6" creationId="{0C834C1F-2249-59E0-A233-FAB74F290C56}"/>
          </ac:spMkLst>
        </pc:spChg>
        <pc:graphicFrameChg chg="add del">
          <ac:chgData name="Deepika Gautam" userId="f12814d90805f8ec" providerId="LiveId" clId="{FEA40A70-85E6-4502-82A9-EE550D86B5EA}" dt="2025-11-08T19:13:33.547" v="775" actId="26606"/>
          <ac:graphicFrameMkLst>
            <pc:docMk/>
            <pc:sldMk cId="2705062339" sldId="258"/>
            <ac:graphicFrameMk id="7" creationId="{5B5CF980-871A-6E46-E685-6D2B1373C77E}"/>
          </ac:graphicFrameMkLst>
        </pc:graphicFrameChg>
        <pc:graphicFrameChg chg="add">
          <ac:chgData name="Deepika Gautam" userId="f12814d90805f8ec" providerId="LiveId" clId="{FEA40A70-85E6-4502-82A9-EE550D86B5EA}" dt="2025-11-08T19:13:33.579" v="776" actId="26606"/>
          <ac:graphicFrameMkLst>
            <pc:docMk/>
            <pc:sldMk cId="2705062339" sldId="258"/>
            <ac:graphicFrameMk id="9" creationId="{C361390F-79CB-94E4-615F-06AA14ABC67C}"/>
          </ac:graphicFrameMkLst>
        </pc:graphicFrameChg>
        <pc:picChg chg="add mod">
          <ac:chgData name="Deepika Gautam" userId="f12814d90805f8ec" providerId="LiveId" clId="{FEA40A70-85E6-4502-82A9-EE550D86B5EA}" dt="2025-11-08T19:17:27.190" v="951" actId="1076"/>
          <ac:picMkLst>
            <pc:docMk/>
            <pc:sldMk cId="2705062339" sldId="258"/>
            <ac:picMk id="5" creationId="{41E0F6A4-5416-7AA8-69DE-595D5B88B76B}"/>
          </ac:picMkLst>
        </pc:picChg>
      </pc:sldChg>
      <pc:sldChg chg="addSp delSp modSp new mod setBg">
        <pc:chgData name="Deepika Gautam" userId="f12814d90805f8ec" providerId="LiveId" clId="{FEA40A70-85E6-4502-82A9-EE550D86B5EA}" dt="2025-11-08T19:32:44.449" v="1239" actId="20577"/>
        <pc:sldMkLst>
          <pc:docMk/>
          <pc:sldMk cId="2309766127" sldId="259"/>
        </pc:sldMkLst>
        <pc:spChg chg="mod">
          <ac:chgData name="Deepika Gautam" userId="f12814d90805f8ec" providerId="LiveId" clId="{FEA40A70-85E6-4502-82A9-EE550D86B5EA}" dt="2025-11-08T19:13:43.314" v="777" actId="26606"/>
          <ac:spMkLst>
            <pc:docMk/>
            <pc:sldMk cId="2309766127" sldId="259"/>
            <ac:spMk id="2" creationId="{D44A5699-3034-5333-5E1D-85D1BF15366B}"/>
          </ac:spMkLst>
        </pc:spChg>
        <pc:spChg chg="del mod">
          <ac:chgData name="Deepika Gautam" userId="f12814d90805f8ec" providerId="LiveId" clId="{FEA40A70-85E6-4502-82A9-EE550D86B5EA}" dt="2025-11-08T18:47:20.398" v="282" actId="1032"/>
          <ac:spMkLst>
            <pc:docMk/>
            <pc:sldMk cId="2309766127" sldId="259"/>
            <ac:spMk id="3" creationId="{D8AC3BF4-80FB-21AC-9022-7B6C362194AE}"/>
          </ac:spMkLst>
        </pc:spChg>
        <pc:spChg chg="add del mod">
          <ac:chgData name="Deepika Gautam" userId="f12814d90805f8ec" providerId="LiveId" clId="{FEA40A70-85E6-4502-82A9-EE550D86B5EA}" dt="2025-11-08T19:13:43.314" v="777" actId="26606"/>
          <ac:spMkLst>
            <pc:docMk/>
            <pc:sldMk cId="2309766127" sldId="259"/>
            <ac:spMk id="6" creationId="{2FF254E7-7BB8-37AB-8C4D-A677C71ED108}"/>
          </ac:spMkLst>
        </pc:spChg>
        <pc:spChg chg="add">
          <ac:chgData name="Deepika Gautam" userId="f12814d90805f8ec" providerId="LiveId" clId="{FEA40A70-85E6-4502-82A9-EE550D86B5EA}" dt="2025-11-08T19:13:43.314" v="777" actId="26606"/>
          <ac:spMkLst>
            <pc:docMk/>
            <pc:sldMk cId="2309766127" sldId="259"/>
            <ac:spMk id="12" creationId="{B2A773CA-28F4-49C2-BFA3-49A5867C7AFB}"/>
          </ac:spMkLst>
        </pc:spChg>
        <pc:spChg chg="add">
          <ac:chgData name="Deepika Gautam" userId="f12814d90805f8ec" providerId="LiveId" clId="{FEA40A70-85E6-4502-82A9-EE550D86B5EA}" dt="2025-11-08T19:13:43.314" v="777" actId="26606"/>
          <ac:spMkLst>
            <pc:docMk/>
            <pc:sldMk cId="2309766127" sldId="259"/>
            <ac:spMk id="16" creationId="{3009A16D-868B-4145-BBC6-555098537EC2}"/>
          </ac:spMkLst>
        </pc:spChg>
        <pc:spChg chg="add">
          <ac:chgData name="Deepika Gautam" userId="f12814d90805f8ec" providerId="LiveId" clId="{FEA40A70-85E6-4502-82A9-EE550D86B5EA}" dt="2025-11-08T19:13:43.314" v="777" actId="26606"/>
          <ac:spMkLst>
            <pc:docMk/>
            <pc:sldMk cId="2309766127" sldId="259"/>
            <ac:spMk id="20" creationId="{2DCAE5CF-5D29-4779-83E1-BDB64E4F30E5}"/>
          </ac:spMkLst>
        </pc:spChg>
        <pc:graphicFrameChg chg="add del modGraphic">
          <ac:chgData name="Deepika Gautam" userId="f12814d90805f8ec" providerId="LiveId" clId="{FEA40A70-85E6-4502-82A9-EE550D86B5EA}" dt="2025-11-08T18:48:13.086" v="301" actId="21"/>
          <ac:graphicFrameMkLst>
            <pc:docMk/>
            <pc:sldMk cId="2309766127" sldId="259"/>
            <ac:graphicFrameMk id="4" creationId="{D144F088-B810-4280-86DC-6BBBAE4034B4}"/>
          </ac:graphicFrameMkLst>
        </pc:graphicFrameChg>
        <pc:graphicFrameChg chg="add modGraphic">
          <ac:chgData name="Deepika Gautam" userId="f12814d90805f8ec" providerId="LiveId" clId="{FEA40A70-85E6-4502-82A9-EE550D86B5EA}" dt="2025-11-08T19:32:44.449" v="1239" actId="20577"/>
          <ac:graphicFrameMkLst>
            <pc:docMk/>
            <pc:sldMk cId="2309766127" sldId="259"/>
            <ac:graphicFrameMk id="8" creationId="{C2E1E202-6A1A-1809-80A4-701448B38BE4}"/>
          </ac:graphicFrameMkLst>
        </pc:graphicFrameChg>
        <pc:picChg chg="add">
          <ac:chgData name="Deepika Gautam" userId="f12814d90805f8ec" providerId="LiveId" clId="{FEA40A70-85E6-4502-82A9-EE550D86B5EA}" dt="2025-11-08T19:13:43.314" v="777" actId="26606"/>
          <ac:picMkLst>
            <pc:docMk/>
            <pc:sldMk cId="2309766127" sldId="259"/>
            <ac:picMk id="14" creationId="{5D7C72BA-4476-4E4B-BC37-9A75FD0C5951}"/>
          </ac:picMkLst>
        </pc:picChg>
        <pc:picChg chg="add">
          <ac:chgData name="Deepika Gautam" userId="f12814d90805f8ec" providerId="LiveId" clId="{FEA40A70-85E6-4502-82A9-EE550D86B5EA}" dt="2025-11-08T19:13:43.314" v="777" actId="26606"/>
          <ac:picMkLst>
            <pc:docMk/>
            <pc:sldMk cId="2309766127" sldId="259"/>
            <ac:picMk id="18" creationId="{3992EB33-38E1-4175-8EE2-9BB8CC159C7B}"/>
          </ac:picMkLst>
        </pc:picChg>
      </pc:sldChg>
      <pc:sldChg chg="addSp delSp modSp new mod">
        <pc:chgData name="Deepika Gautam" userId="f12814d90805f8ec" providerId="LiveId" clId="{FEA40A70-85E6-4502-82A9-EE550D86B5EA}" dt="2025-11-08T18:58:16.530" v="761"/>
        <pc:sldMkLst>
          <pc:docMk/>
          <pc:sldMk cId="3309365780" sldId="260"/>
        </pc:sldMkLst>
        <pc:spChg chg="mod">
          <ac:chgData name="Deepika Gautam" userId="f12814d90805f8ec" providerId="LiveId" clId="{FEA40A70-85E6-4502-82A9-EE550D86B5EA}" dt="2025-11-08T18:55:44.793" v="750" actId="14100"/>
          <ac:spMkLst>
            <pc:docMk/>
            <pc:sldMk cId="3309365780" sldId="260"/>
            <ac:spMk id="2" creationId="{5DEF799F-0388-B40B-B192-B067F2C9C8F7}"/>
          </ac:spMkLst>
        </pc:spChg>
        <pc:spChg chg="del">
          <ac:chgData name="Deepika Gautam" userId="f12814d90805f8ec" providerId="LiveId" clId="{FEA40A70-85E6-4502-82A9-EE550D86B5EA}" dt="2025-11-08T18:51:49.871" v="552" actId="12084"/>
          <ac:spMkLst>
            <pc:docMk/>
            <pc:sldMk cId="3309365780" sldId="260"/>
            <ac:spMk id="3" creationId="{6B7DBF38-5578-1A95-249C-D68E38BFE8C4}"/>
          </ac:spMkLst>
        </pc:spChg>
        <pc:graphicFrameChg chg="add mod modGraphic">
          <ac:chgData name="Deepika Gautam" userId="f12814d90805f8ec" providerId="LiveId" clId="{FEA40A70-85E6-4502-82A9-EE550D86B5EA}" dt="2025-11-08T18:58:16.530" v="761"/>
          <ac:graphicFrameMkLst>
            <pc:docMk/>
            <pc:sldMk cId="3309365780" sldId="260"/>
            <ac:graphicFrameMk id="4" creationId="{73EC405E-F3DF-B201-0504-84CE887E2A0D}"/>
          </ac:graphicFrameMkLst>
        </pc:graphicFrameChg>
      </pc:sldChg>
      <pc:sldChg chg="addSp delSp modSp new mod">
        <pc:chgData name="Deepika Gautam" userId="f12814d90805f8ec" providerId="LiveId" clId="{FEA40A70-85E6-4502-82A9-EE550D86B5EA}" dt="2025-11-08T19:52:16.002" v="1290" actId="20577"/>
        <pc:sldMkLst>
          <pc:docMk/>
          <pc:sldMk cId="698176254" sldId="261"/>
        </pc:sldMkLst>
        <pc:spChg chg="mod">
          <ac:chgData name="Deepika Gautam" userId="f12814d90805f8ec" providerId="LiveId" clId="{FEA40A70-85E6-4502-82A9-EE550D86B5EA}" dt="2025-11-08T19:52:16.002" v="1290" actId="20577"/>
          <ac:spMkLst>
            <pc:docMk/>
            <pc:sldMk cId="698176254" sldId="261"/>
            <ac:spMk id="2" creationId="{B2EB98FB-F3D9-C601-16B7-30CF912800B2}"/>
          </ac:spMkLst>
        </pc:spChg>
        <pc:spChg chg="del mod">
          <ac:chgData name="Deepika Gautam" userId="f12814d90805f8ec" providerId="LiveId" clId="{FEA40A70-85E6-4502-82A9-EE550D86B5EA}" dt="2025-11-08T19:51:40.517" v="1240" actId="931"/>
          <ac:spMkLst>
            <pc:docMk/>
            <pc:sldMk cId="698176254" sldId="261"/>
            <ac:spMk id="3" creationId="{FA0EE0B4-B5B5-45BE-F69E-ED0FC0E06303}"/>
          </ac:spMkLst>
        </pc:spChg>
        <pc:picChg chg="add mod">
          <ac:chgData name="Deepika Gautam" userId="f12814d90805f8ec" providerId="LiveId" clId="{FEA40A70-85E6-4502-82A9-EE550D86B5EA}" dt="2025-11-08T19:51:49.627" v="1244" actId="1076"/>
          <ac:picMkLst>
            <pc:docMk/>
            <pc:sldMk cId="698176254" sldId="261"/>
            <ac:picMk id="5" creationId="{CB562732-B19E-A930-04FB-F6C9C7B41034}"/>
          </ac:picMkLst>
        </pc:picChg>
      </pc:sldChg>
      <pc:sldChg chg="addSp delSp modSp new mod">
        <pc:chgData name="Deepika Gautam" userId="f12814d90805f8ec" providerId="LiveId" clId="{FEA40A70-85E6-4502-82A9-EE550D86B5EA}" dt="2025-11-08T20:51:03.576" v="1588" actId="1076"/>
        <pc:sldMkLst>
          <pc:docMk/>
          <pc:sldMk cId="2577983599" sldId="262"/>
        </pc:sldMkLst>
        <pc:spChg chg="mod">
          <ac:chgData name="Deepika Gautam" userId="f12814d90805f8ec" providerId="LiveId" clId="{FEA40A70-85E6-4502-82A9-EE550D86B5EA}" dt="2025-11-08T19:52:03.203" v="1265" actId="20577"/>
          <ac:spMkLst>
            <pc:docMk/>
            <pc:sldMk cId="2577983599" sldId="262"/>
            <ac:spMk id="2" creationId="{268D0986-2F61-2DFA-4C8F-F222D00CA825}"/>
          </ac:spMkLst>
        </pc:spChg>
        <pc:spChg chg="del mod">
          <ac:chgData name="Deepika Gautam" userId="f12814d90805f8ec" providerId="LiveId" clId="{FEA40A70-85E6-4502-82A9-EE550D86B5EA}" dt="2025-11-08T20:50:57.723" v="1584" actId="931"/>
          <ac:spMkLst>
            <pc:docMk/>
            <pc:sldMk cId="2577983599" sldId="262"/>
            <ac:spMk id="3" creationId="{BA3E5479-B75C-FC39-FB1C-1454597E0728}"/>
          </ac:spMkLst>
        </pc:spChg>
        <pc:picChg chg="add mod">
          <ac:chgData name="Deepika Gautam" userId="f12814d90805f8ec" providerId="LiveId" clId="{FEA40A70-85E6-4502-82A9-EE550D86B5EA}" dt="2025-11-08T20:51:03.576" v="1588" actId="1076"/>
          <ac:picMkLst>
            <pc:docMk/>
            <pc:sldMk cId="2577983599" sldId="262"/>
            <ac:picMk id="5" creationId="{1CE06E38-7B27-16E4-593F-41FD3DC73CD7}"/>
          </ac:picMkLst>
        </pc:picChg>
      </pc:sldChg>
      <pc:sldChg chg="addSp delSp modSp new mod setBg">
        <pc:chgData name="Deepika Gautam" userId="f12814d90805f8ec" providerId="LiveId" clId="{FEA40A70-85E6-4502-82A9-EE550D86B5EA}" dt="2025-11-08T19:27:41.589" v="1157" actId="26606"/>
        <pc:sldMkLst>
          <pc:docMk/>
          <pc:sldMk cId="2158356621" sldId="263"/>
        </pc:sldMkLst>
        <pc:spChg chg="mod">
          <ac:chgData name="Deepika Gautam" userId="f12814d90805f8ec" providerId="LiveId" clId="{FEA40A70-85E6-4502-82A9-EE550D86B5EA}" dt="2025-11-08T19:27:41.589" v="1157" actId="26606"/>
          <ac:spMkLst>
            <pc:docMk/>
            <pc:sldMk cId="2158356621" sldId="263"/>
            <ac:spMk id="2" creationId="{57408B04-5088-75E5-6091-9F9F85CB11E3}"/>
          </ac:spMkLst>
        </pc:spChg>
        <pc:spChg chg="del mod">
          <ac:chgData name="Deepika Gautam" userId="f12814d90805f8ec" providerId="LiveId" clId="{FEA40A70-85E6-4502-82A9-EE550D86B5EA}" dt="2025-11-08T19:24:14.262" v="1028"/>
          <ac:spMkLst>
            <pc:docMk/>
            <pc:sldMk cId="2158356621" sldId="263"/>
            <ac:spMk id="3" creationId="{37D7FBF8-5164-630E-AD13-4A9A6D932061}"/>
          </ac:spMkLst>
        </pc:spChg>
        <pc:spChg chg="add del mod">
          <ac:chgData name="Deepika Gautam" userId="f12814d90805f8ec" providerId="LiveId" clId="{FEA40A70-85E6-4502-82A9-EE550D86B5EA}" dt="2025-11-08T19:27:41.589" v="1157" actId="26606"/>
          <ac:spMkLst>
            <pc:docMk/>
            <pc:sldMk cId="2158356621" sldId="263"/>
            <ac:spMk id="4" creationId="{5EFCB803-2F17-F542-5ACB-71F1C98480C7}"/>
          </ac:spMkLst>
        </pc:spChg>
        <pc:graphicFrameChg chg="add">
          <ac:chgData name="Deepika Gautam" userId="f12814d90805f8ec" providerId="LiveId" clId="{FEA40A70-85E6-4502-82A9-EE550D86B5EA}" dt="2025-11-08T19:27:41.589" v="1157" actId="26606"/>
          <ac:graphicFrameMkLst>
            <pc:docMk/>
            <pc:sldMk cId="2158356621" sldId="263"/>
            <ac:graphicFrameMk id="6" creationId="{EF2D6DB3-1379-C655-22A3-DC1D08FECF7E}"/>
          </ac:graphicFrameMkLst>
        </pc:graphicFrameChg>
      </pc:sldChg>
      <pc:sldChg chg="addSp delSp modSp new mod setBg">
        <pc:chgData name="Deepika Gautam" userId="f12814d90805f8ec" providerId="LiveId" clId="{FEA40A70-85E6-4502-82A9-EE550D86B5EA}" dt="2025-11-08T19:28:05.310" v="1162" actId="26606"/>
        <pc:sldMkLst>
          <pc:docMk/>
          <pc:sldMk cId="2208274814" sldId="264"/>
        </pc:sldMkLst>
        <pc:spChg chg="mod">
          <ac:chgData name="Deepika Gautam" userId="f12814d90805f8ec" providerId="LiveId" clId="{FEA40A70-85E6-4502-82A9-EE550D86B5EA}" dt="2025-11-08T19:28:05.310" v="1162" actId="26606"/>
          <ac:spMkLst>
            <pc:docMk/>
            <pc:sldMk cId="2208274814" sldId="264"/>
            <ac:spMk id="2" creationId="{40CD1C26-1CE9-00D1-FCF4-0E5CCB08BAA4}"/>
          </ac:spMkLst>
        </pc:spChg>
        <pc:spChg chg="del mod">
          <ac:chgData name="Deepika Gautam" userId="f12814d90805f8ec" providerId="LiveId" clId="{FEA40A70-85E6-4502-82A9-EE550D86B5EA}" dt="2025-11-08T19:24:49.970" v="1050"/>
          <ac:spMkLst>
            <pc:docMk/>
            <pc:sldMk cId="2208274814" sldId="264"/>
            <ac:spMk id="3" creationId="{BFCAD1A7-5A1F-4493-A2CD-2C32E879246B}"/>
          </ac:spMkLst>
        </pc:spChg>
        <pc:spChg chg="add del mod">
          <ac:chgData name="Deepika Gautam" userId="f12814d90805f8ec" providerId="LiveId" clId="{FEA40A70-85E6-4502-82A9-EE550D86B5EA}" dt="2025-11-08T19:28:05.310" v="1162" actId="26606"/>
          <ac:spMkLst>
            <pc:docMk/>
            <pc:sldMk cId="2208274814" sldId="264"/>
            <ac:spMk id="4" creationId="{1F7999AA-43A0-C297-3351-157C6DF4D8F7}"/>
          </ac:spMkLst>
        </pc:spChg>
        <pc:spChg chg="add del">
          <ac:chgData name="Deepika Gautam" userId="f12814d90805f8ec" providerId="LiveId" clId="{FEA40A70-85E6-4502-82A9-EE550D86B5EA}" dt="2025-11-08T19:28:03.096" v="1159" actId="26606"/>
          <ac:spMkLst>
            <pc:docMk/>
            <pc:sldMk cId="2208274814" sldId="264"/>
            <ac:spMk id="10" creationId="{17341052-73F2-435C-A1F0-70961D11B477}"/>
          </ac:spMkLst>
        </pc:spChg>
        <pc:spChg chg="add del">
          <ac:chgData name="Deepika Gautam" userId="f12814d90805f8ec" providerId="LiveId" clId="{FEA40A70-85E6-4502-82A9-EE550D86B5EA}" dt="2025-11-08T19:28:03.096" v="1159" actId="26606"/>
          <ac:spMkLst>
            <pc:docMk/>
            <pc:sldMk cId="2208274814" sldId="264"/>
            <ac:spMk id="14" creationId="{A0BCEF11-98AA-4EF8-91CF-8146F647932B}"/>
          </ac:spMkLst>
        </pc:spChg>
        <pc:spChg chg="add del">
          <ac:chgData name="Deepika Gautam" userId="f12814d90805f8ec" providerId="LiveId" clId="{FEA40A70-85E6-4502-82A9-EE550D86B5EA}" dt="2025-11-08T19:28:03.096" v="1159" actId="26606"/>
          <ac:spMkLst>
            <pc:docMk/>
            <pc:sldMk cId="2208274814" sldId="264"/>
            <ac:spMk id="18" creationId="{B2892C6A-FAAA-49A9-B836-6ECC4D48D7E8}"/>
          </ac:spMkLst>
        </pc:spChg>
        <pc:graphicFrameChg chg="add del">
          <ac:chgData name="Deepika Gautam" userId="f12814d90805f8ec" providerId="LiveId" clId="{FEA40A70-85E6-4502-82A9-EE550D86B5EA}" dt="2025-11-08T19:28:05.288" v="1161" actId="26606"/>
          <ac:graphicFrameMkLst>
            <pc:docMk/>
            <pc:sldMk cId="2208274814" sldId="264"/>
            <ac:graphicFrameMk id="20" creationId="{E741666B-E57D-B3BE-681D-082DEA0BD26F}"/>
          </ac:graphicFrameMkLst>
        </pc:graphicFrameChg>
        <pc:graphicFrameChg chg="add">
          <ac:chgData name="Deepika Gautam" userId="f12814d90805f8ec" providerId="LiveId" clId="{FEA40A70-85E6-4502-82A9-EE550D86B5EA}" dt="2025-11-08T19:28:05.310" v="1162" actId="26606"/>
          <ac:graphicFrameMkLst>
            <pc:docMk/>
            <pc:sldMk cId="2208274814" sldId="264"/>
            <ac:graphicFrameMk id="22" creationId="{00532F51-8705-1501-71E0-1DC8DD2FD20C}"/>
          </ac:graphicFrameMkLst>
        </pc:graphicFrameChg>
        <pc:picChg chg="add del">
          <ac:chgData name="Deepika Gautam" userId="f12814d90805f8ec" providerId="LiveId" clId="{FEA40A70-85E6-4502-82A9-EE550D86B5EA}" dt="2025-11-08T19:28:03.096" v="1159" actId="26606"/>
          <ac:picMkLst>
            <pc:docMk/>
            <pc:sldMk cId="2208274814" sldId="264"/>
            <ac:picMk id="6" creationId="{0109BF30-4A35-0078-D284-42D34CDD23E6}"/>
          </ac:picMkLst>
        </pc:picChg>
        <pc:picChg chg="add del">
          <ac:chgData name="Deepika Gautam" userId="f12814d90805f8ec" providerId="LiveId" clId="{FEA40A70-85E6-4502-82A9-EE550D86B5EA}" dt="2025-11-08T19:28:03.096" v="1159" actId="26606"/>
          <ac:picMkLst>
            <pc:docMk/>
            <pc:sldMk cId="2208274814" sldId="264"/>
            <ac:picMk id="12" creationId="{A4D2D0F6-68B7-4A2F-B80D-B3AAC1F4DC24}"/>
          </ac:picMkLst>
        </pc:picChg>
        <pc:picChg chg="add del">
          <ac:chgData name="Deepika Gautam" userId="f12814d90805f8ec" providerId="LiveId" clId="{FEA40A70-85E6-4502-82A9-EE550D86B5EA}" dt="2025-11-08T19:28:03.096" v="1159" actId="26606"/>
          <ac:picMkLst>
            <pc:docMk/>
            <pc:sldMk cId="2208274814" sldId="264"/>
            <ac:picMk id="16" creationId="{DB816C00-E2A2-4A28-A8CB-2E9E10E9FDF7}"/>
          </ac:picMkLst>
        </pc:picChg>
      </pc:sldChg>
      <pc:sldChg chg="addSp delSp modSp new mod setBg">
        <pc:chgData name="Deepika Gautam" userId="f12814d90805f8ec" providerId="LiveId" clId="{FEA40A70-85E6-4502-82A9-EE550D86B5EA}" dt="2025-11-08T19:29:00.833" v="1172" actId="113"/>
        <pc:sldMkLst>
          <pc:docMk/>
          <pc:sldMk cId="2714610255" sldId="265"/>
        </pc:sldMkLst>
        <pc:spChg chg="mod ord">
          <ac:chgData name="Deepika Gautam" userId="f12814d90805f8ec" providerId="LiveId" clId="{FEA40A70-85E6-4502-82A9-EE550D86B5EA}" dt="2025-11-08T19:28:35.875" v="1165" actId="26606"/>
          <ac:spMkLst>
            <pc:docMk/>
            <pc:sldMk cId="2714610255" sldId="265"/>
            <ac:spMk id="2" creationId="{E158B825-6986-EFCA-D457-CA0AC69F131E}"/>
          </ac:spMkLst>
        </pc:spChg>
        <pc:spChg chg="mod">
          <ac:chgData name="Deepika Gautam" userId="f12814d90805f8ec" providerId="LiveId" clId="{FEA40A70-85E6-4502-82A9-EE550D86B5EA}" dt="2025-11-08T19:29:00.833" v="1172" actId="113"/>
          <ac:spMkLst>
            <pc:docMk/>
            <pc:sldMk cId="2714610255" sldId="265"/>
            <ac:spMk id="3" creationId="{830A6EC1-7EA5-73C3-C007-BE5E9C9736CA}"/>
          </ac:spMkLst>
        </pc:spChg>
        <pc:spChg chg="add del">
          <ac:chgData name="Deepika Gautam" userId="f12814d90805f8ec" providerId="LiveId" clId="{FEA40A70-85E6-4502-82A9-EE550D86B5EA}" dt="2025-11-08T19:28:35.858" v="1164" actId="26606"/>
          <ac:spMkLst>
            <pc:docMk/>
            <pc:sldMk cId="2714610255" sldId="265"/>
            <ac:spMk id="13" creationId="{78A4CDE5-C7BC-41E1-8A4A-79E024CC09F3}"/>
          </ac:spMkLst>
        </pc:spChg>
        <pc:spChg chg="add">
          <ac:chgData name="Deepika Gautam" userId="f12814d90805f8ec" providerId="LiveId" clId="{FEA40A70-85E6-4502-82A9-EE550D86B5EA}" dt="2025-11-08T19:28:35.875" v="1165" actId="26606"/>
          <ac:spMkLst>
            <pc:docMk/>
            <pc:sldMk cId="2714610255" sldId="265"/>
            <ac:spMk id="20" creationId="{13BC1C09-8FD1-4619-B317-E9EED5E55DD8}"/>
          </ac:spMkLst>
        </pc:spChg>
        <pc:grpChg chg="add del">
          <ac:chgData name="Deepika Gautam" userId="f12814d90805f8ec" providerId="LiveId" clId="{FEA40A70-85E6-4502-82A9-EE550D86B5EA}" dt="2025-11-08T19:28:35.858" v="1164" actId="26606"/>
          <ac:grpSpMkLst>
            <pc:docMk/>
            <pc:sldMk cId="2714610255" sldId="265"/>
            <ac:grpSpMk id="9" creationId="{905A9BAA-B344-45D2-838C-73856C4B15D4}"/>
          </ac:grpSpMkLst>
        </pc:grpChg>
        <pc:grpChg chg="add">
          <ac:chgData name="Deepika Gautam" userId="f12814d90805f8ec" providerId="LiveId" clId="{FEA40A70-85E6-4502-82A9-EE550D86B5EA}" dt="2025-11-08T19:28:35.875" v="1165" actId="26606"/>
          <ac:grpSpMkLst>
            <pc:docMk/>
            <pc:sldMk cId="2714610255" sldId="265"/>
            <ac:grpSpMk id="17" creationId="{7A865E47-4365-4F21-B8EA-13B2C12BCB98}"/>
          </ac:grpSpMkLst>
        </pc:grpChg>
        <pc:picChg chg="add del">
          <ac:chgData name="Deepika Gautam" userId="f12814d90805f8ec" providerId="LiveId" clId="{FEA40A70-85E6-4502-82A9-EE550D86B5EA}" dt="2025-11-08T19:28:35.858" v="1164" actId="26606"/>
          <ac:picMkLst>
            <pc:docMk/>
            <pc:sldMk cId="2714610255" sldId="265"/>
            <ac:picMk id="5" creationId="{2AFFEB14-1083-F9F1-F2B1-435F5D3F28A4}"/>
          </ac:picMkLst>
        </pc:picChg>
        <pc:picChg chg="add del">
          <ac:chgData name="Deepika Gautam" userId="f12814d90805f8ec" providerId="LiveId" clId="{FEA40A70-85E6-4502-82A9-EE550D86B5EA}" dt="2025-11-08T19:28:35.858" v="1164" actId="26606"/>
          <ac:picMkLst>
            <pc:docMk/>
            <pc:sldMk cId="2714610255" sldId="265"/>
            <ac:picMk id="15" creationId="{025C7952-5703-489E-8DBD-F2EFAC8EEB05}"/>
          </ac:picMkLst>
        </pc:picChg>
        <pc:picChg chg="add">
          <ac:chgData name="Deepika Gautam" userId="f12814d90805f8ec" providerId="LiveId" clId="{FEA40A70-85E6-4502-82A9-EE550D86B5EA}" dt="2025-11-08T19:28:35.875" v="1165" actId="26606"/>
          <ac:picMkLst>
            <pc:docMk/>
            <pc:sldMk cId="2714610255" sldId="265"/>
            <ac:picMk id="19" creationId="{FBAD3E5D-D9B2-8FA8-9244-0067E5215217}"/>
          </ac:picMkLst>
        </pc:picChg>
        <pc:picChg chg="add">
          <ac:chgData name="Deepika Gautam" userId="f12814d90805f8ec" providerId="LiveId" clId="{FEA40A70-85E6-4502-82A9-EE550D86B5EA}" dt="2025-11-08T19:28:35.875" v="1165" actId="26606"/>
          <ac:picMkLst>
            <pc:docMk/>
            <pc:sldMk cId="2714610255" sldId="265"/>
            <ac:picMk id="21" creationId="{D3143E80-C928-46DB-9299-0BD06348A928}"/>
          </ac:picMkLst>
        </pc:picChg>
      </pc:sldChg>
      <pc:sldChg chg="addSp delSp modSp new mod setBg">
        <pc:chgData name="Deepika Gautam" userId="f12814d90805f8ec" providerId="LiveId" clId="{FEA40A70-85E6-4502-82A9-EE550D86B5EA}" dt="2025-11-08T19:29:53.595" v="1177" actId="21"/>
        <pc:sldMkLst>
          <pc:docMk/>
          <pc:sldMk cId="1605039454" sldId="266"/>
        </pc:sldMkLst>
        <pc:spChg chg="mod">
          <ac:chgData name="Deepika Gautam" userId="f12814d90805f8ec" providerId="LiveId" clId="{FEA40A70-85E6-4502-82A9-EE550D86B5EA}" dt="2025-11-08T19:29:19.116" v="1173" actId="26606"/>
          <ac:spMkLst>
            <pc:docMk/>
            <pc:sldMk cId="1605039454" sldId="266"/>
            <ac:spMk id="2" creationId="{5FEB3F5F-EE59-1D6E-960B-6DC1A0C8166C}"/>
          </ac:spMkLst>
        </pc:spChg>
        <pc:spChg chg="mod">
          <ac:chgData name="Deepika Gautam" userId="f12814d90805f8ec" providerId="LiveId" clId="{FEA40A70-85E6-4502-82A9-EE550D86B5EA}" dt="2025-11-08T19:29:19.116" v="1173" actId="26606"/>
          <ac:spMkLst>
            <pc:docMk/>
            <pc:sldMk cId="1605039454" sldId="266"/>
            <ac:spMk id="3" creationId="{E633B625-2F44-F60F-BE8B-68ED75E50644}"/>
          </ac:spMkLst>
        </pc:spChg>
        <pc:spChg chg="add">
          <ac:chgData name="Deepika Gautam" userId="f12814d90805f8ec" providerId="LiveId" clId="{FEA40A70-85E6-4502-82A9-EE550D86B5EA}" dt="2025-11-08T19:29:19.116" v="1173" actId="26606"/>
          <ac:spMkLst>
            <pc:docMk/>
            <pc:sldMk cId="1605039454" sldId="266"/>
            <ac:spMk id="13" creationId="{C493E730-2044-49B5-A022-B8D6F359343E}"/>
          </ac:spMkLst>
        </pc:spChg>
        <pc:grpChg chg="add">
          <ac:chgData name="Deepika Gautam" userId="f12814d90805f8ec" providerId="LiveId" clId="{FEA40A70-85E6-4502-82A9-EE550D86B5EA}" dt="2025-11-08T19:29:19.116" v="1173" actId="26606"/>
          <ac:grpSpMkLst>
            <pc:docMk/>
            <pc:sldMk cId="1605039454" sldId="266"/>
            <ac:grpSpMk id="9" creationId="{5B988D63-FA8B-436C-902E-E5005BC0492F}"/>
          </ac:grpSpMkLst>
        </pc:grpChg>
        <pc:picChg chg="add">
          <ac:chgData name="Deepika Gautam" userId="f12814d90805f8ec" providerId="LiveId" clId="{FEA40A70-85E6-4502-82A9-EE550D86B5EA}" dt="2025-11-08T19:29:19.116" v="1173" actId="26606"/>
          <ac:picMkLst>
            <pc:docMk/>
            <pc:sldMk cId="1605039454" sldId="266"/>
            <ac:picMk id="5" creationId="{5C740740-E67D-F8EF-7CD0-76BB090D003C}"/>
          </ac:picMkLst>
        </pc:picChg>
        <pc:picChg chg="add del mod">
          <ac:chgData name="Deepika Gautam" userId="f12814d90805f8ec" providerId="LiveId" clId="{FEA40A70-85E6-4502-82A9-EE550D86B5EA}" dt="2025-11-08T19:29:53.595" v="1177" actId="21"/>
          <ac:picMkLst>
            <pc:docMk/>
            <pc:sldMk cId="1605039454" sldId="266"/>
            <ac:picMk id="6" creationId="{28A2FB82-EC81-9677-0740-DD6F3E27C465}"/>
          </ac:picMkLst>
        </pc:picChg>
        <pc:picChg chg="add">
          <ac:chgData name="Deepika Gautam" userId="f12814d90805f8ec" providerId="LiveId" clId="{FEA40A70-85E6-4502-82A9-EE550D86B5EA}" dt="2025-11-08T19:29:19.116" v="1173" actId="26606"/>
          <ac:picMkLst>
            <pc:docMk/>
            <pc:sldMk cId="1605039454" sldId="266"/>
            <ac:picMk id="15" creationId="{78976801-4346-4636-BA62-265C81DFE7C4}"/>
          </ac:picMkLst>
        </pc:picChg>
      </pc:sldChg>
      <pc:sldChg chg="addSp modSp new mod">
        <pc:chgData name="Deepika Gautam" userId="f12814d90805f8ec" providerId="LiveId" clId="{FEA40A70-85E6-4502-82A9-EE550D86B5EA}" dt="2025-11-08T19:31:52.852" v="1227" actId="20577"/>
        <pc:sldMkLst>
          <pc:docMk/>
          <pc:sldMk cId="1054960429" sldId="267"/>
        </pc:sldMkLst>
        <pc:spChg chg="mod">
          <ac:chgData name="Deepika Gautam" userId="f12814d90805f8ec" providerId="LiveId" clId="{FEA40A70-85E6-4502-82A9-EE550D86B5EA}" dt="2025-11-08T19:27:07.133" v="1131" actId="20577"/>
          <ac:spMkLst>
            <pc:docMk/>
            <pc:sldMk cId="1054960429" sldId="267"/>
            <ac:spMk id="2" creationId="{214760CF-E05F-BF76-B4B6-64B8BA92A09F}"/>
          </ac:spMkLst>
        </pc:spChg>
        <pc:spChg chg="mod">
          <ac:chgData name="Deepika Gautam" userId="f12814d90805f8ec" providerId="LiveId" clId="{FEA40A70-85E6-4502-82A9-EE550D86B5EA}" dt="2025-11-08T19:31:52.852" v="1227" actId="20577"/>
          <ac:spMkLst>
            <pc:docMk/>
            <pc:sldMk cId="1054960429" sldId="267"/>
            <ac:spMk id="3" creationId="{590461BC-EFD7-106B-D9ED-FB7E4A6D3286}"/>
          </ac:spMkLst>
        </pc:spChg>
        <pc:picChg chg="add mod">
          <ac:chgData name="Deepika Gautam" userId="f12814d90805f8ec" providerId="LiveId" clId="{FEA40A70-85E6-4502-82A9-EE550D86B5EA}" dt="2025-11-08T19:31:28.396" v="1195" actId="1076"/>
          <ac:picMkLst>
            <pc:docMk/>
            <pc:sldMk cId="1054960429" sldId="267"/>
            <ac:picMk id="5" creationId="{DFE79DC5-9267-7ECA-A0FA-03F5944176F0}"/>
          </ac:picMkLst>
        </pc:picChg>
      </pc:sldChg>
      <pc:sldChg chg="addSp delSp modSp new mod setBg">
        <pc:chgData name="Deepika Gautam" userId="f12814d90805f8ec" providerId="LiveId" clId="{FEA40A70-85E6-4502-82A9-EE550D86B5EA}" dt="2025-11-08T19:59:38.148" v="1583" actId="26606"/>
        <pc:sldMkLst>
          <pc:docMk/>
          <pc:sldMk cId="1072756147" sldId="268"/>
        </pc:sldMkLst>
        <pc:spChg chg="mod">
          <ac:chgData name="Deepika Gautam" userId="f12814d90805f8ec" providerId="LiveId" clId="{FEA40A70-85E6-4502-82A9-EE550D86B5EA}" dt="2025-11-08T19:59:38.148" v="1583" actId="26606"/>
          <ac:spMkLst>
            <pc:docMk/>
            <pc:sldMk cId="1072756147" sldId="268"/>
            <ac:spMk id="2" creationId="{D8CB1804-750C-7BAF-C317-1DE67EEA5497}"/>
          </ac:spMkLst>
        </pc:spChg>
        <pc:spChg chg="del mod">
          <ac:chgData name="Deepika Gautam" userId="f12814d90805f8ec" providerId="LiveId" clId="{FEA40A70-85E6-4502-82A9-EE550D86B5EA}" dt="2025-11-08T19:59:38.148" v="1583" actId="26606"/>
          <ac:spMkLst>
            <pc:docMk/>
            <pc:sldMk cId="1072756147" sldId="268"/>
            <ac:spMk id="3" creationId="{825D1E7B-1E5C-C983-61F7-1ADEF625C92E}"/>
          </ac:spMkLst>
        </pc:spChg>
        <pc:spChg chg="add">
          <ac:chgData name="Deepika Gautam" userId="f12814d90805f8ec" providerId="LiveId" clId="{FEA40A70-85E6-4502-82A9-EE550D86B5EA}" dt="2025-11-08T19:59:38.148" v="1583" actId="26606"/>
          <ac:spMkLst>
            <pc:docMk/>
            <pc:sldMk cId="1072756147" sldId="268"/>
            <ac:spMk id="9" creationId="{B2A773CA-28F4-49C2-BFA3-49A5867C7AFB}"/>
          </ac:spMkLst>
        </pc:spChg>
        <pc:spChg chg="add">
          <ac:chgData name="Deepika Gautam" userId="f12814d90805f8ec" providerId="LiveId" clId="{FEA40A70-85E6-4502-82A9-EE550D86B5EA}" dt="2025-11-08T19:59:38.148" v="1583" actId="26606"/>
          <ac:spMkLst>
            <pc:docMk/>
            <pc:sldMk cId="1072756147" sldId="268"/>
            <ac:spMk id="13" creationId="{3009A16D-868B-4145-BBC6-555098537EC2}"/>
          </ac:spMkLst>
        </pc:spChg>
        <pc:spChg chg="add">
          <ac:chgData name="Deepika Gautam" userId="f12814d90805f8ec" providerId="LiveId" clId="{FEA40A70-85E6-4502-82A9-EE550D86B5EA}" dt="2025-11-08T19:59:38.148" v="1583" actId="26606"/>
          <ac:spMkLst>
            <pc:docMk/>
            <pc:sldMk cId="1072756147" sldId="268"/>
            <ac:spMk id="17" creationId="{2DCAE5CF-5D29-4779-83E1-BDB64E4F30E5}"/>
          </ac:spMkLst>
        </pc:spChg>
        <pc:graphicFrameChg chg="add">
          <ac:chgData name="Deepika Gautam" userId="f12814d90805f8ec" providerId="LiveId" clId="{FEA40A70-85E6-4502-82A9-EE550D86B5EA}" dt="2025-11-08T19:59:38.148" v="1583" actId="26606"/>
          <ac:graphicFrameMkLst>
            <pc:docMk/>
            <pc:sldMk cId="1072756147" sldId="268"/>
            <ac:graphicFrameMk id="5" creationId="{34D3073C-14B3-A20B-4F1F-9723A576A0AB}"/>
          </ac:graphicFrameMkLst>
        </pc:graphicFrameChg>
        <pc:picChg chg="add">
          <ac:chgData name="Deepika Gautam" userId="f12814d90805f8ec" providerId="LiveId" clId="{FEA40A70-85E6-4502-82A9-EE550D86B5EA}" dt="2025-11-08T19:59:38.148" v="1583" actId="26606"/>
          <ac:picMkLst>
            <pc:docMk/>
            <pc:sldMk cId="1072756147" sldId="268"/>
            <ac:picMk id="11" creationId="{5D7C72BA-4476-4E4B-BC37-9A75FD0C5951}"/>
          </ac:picMkLst>
        </pc:picChg>
        <pc:picChg chg="add">
          <ac:chgData name="Deepika Gautam" userId="f12814d90805f8ec" providerId="LiveId" clId="{FEA40A70-85E6-4502-82A9-EE550D86B5EA}" dt="2025-11-08T19:59:38.148" v="1583" actId="26606"/>
          <ac:picMkLst>
            <pc:docMk/>
            <pc:sldMk cId="1072756147" sldId="268"/>
            <ac:picMk id="15" creationId="{3992EB33-38E1-4175-8EE2-9BB8CC159C7B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F8553-7E4F-4F79-A51B-2CD3E0C39D7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5C1197-46AB-4C49-A9DD-C88297B97150}">
      <dgm:prSet/>
      <dgm:spPr/>
      <dgm:t>
        <a:bodyPr/>
        <a:lstStyle/>
        <a:p>
          <a:r>
            <a:rPr lang="en-US"/>
            <a:t>Build an interactive web system to track candy distribution and remaining stock in real time.</a:t>
          </a:r>
        </a:p>
      </dgm:t>
    </dgm:pt>
    <dgm:pt modelId="{78002B46-5E5C-42E9-A39E-C8BB6703364D}" type="parTrans" cxnId="{C06E90E6-2D6F-417E-A18B-2462BE0BE269}">
      <dgm:prSet/>
      <dgm:spPr/>
      <dgm:t>
        <a:bodyPr/>
        <a:lstStyle/>
        <a:p>
          <a:endParaRPr lang="en-US"/>
        </a:p>
      </dgm:t>
    </dgm:pt>
    <dgm:pt modelId="{D32781CC-27F2-4E0C-A132-7019BA98DEC8}" type="sibTrans" cxnId="{C06E90E6-2D6F-417E-A18B-2462BE0BE269}">
      <dgm:prSet/>
      <dgm:spPr/>
      <dgm:t>
        <a:bodyPr/>
        <a:lstStyle/>
        <a:p>
          <a:endParaRPr lang="en-US"/>
        </a:p>
      </dgm:t>
    </dgm:pt>
    <dgm:pt modelId="{1F13261A-2BE0-4886-9DA5-B5BEFC5609BD}">
      <dgm:prSet/>
      <dgm:spPr/>
      <dgm:t>
        <a:bodyPr/>
        <a:lstStyle/>
        <a:p>
          <a:r>
            <a:rPr lang="en-US"/>
            <a:t>Users can select candies they receive</a:t>
          </a:r>
        </a:p>
      </dgm:t>
    </dgm:pt>
    <dgm:pt modelId="{7F32C70A-831B-4305-A63C-8989A871F5C3}" type="parTrans" cxnId="{24A73E0A-D98E-406C-A0C6-1FEF7653AEDC}">
      <dgm:prSet/>
      <dgm:spPr/>
      <dgm:t>
        <a:bodyPr/>
        <a:lstStyle/>
        <a:p>
          <a:endParaRPr lang="en-US"/>
        </a:p>
      </dgm:t>
    </dgm:pt>
    <dgm:pt modelId="{2AD9F677-7F24-45B0-9C04-AEDD1ADF183D}" type="sibTrans" cxnId="{24A73E0A-D98E-406C-A0C6-1FEF7653AEDC}">
      <dgm:prSet/>
      <dgm:spPr/>
      <dgm:t>
        <a:bodyPr/>
        <a:lstStyle/>
        <a:p>
          <a:endParaRPr lang="en-US"/>
        </a:p>
      </dgm:t>
    </dgm:pt>
    <dgm:pt modelId="{D7D0B268-3CD4-497C-8DCA-8855E26DF7E8}">
      <dgm:prSet/>
      <dgm:spPr/>
      <dgm:t>
        <a:bodyPr/>
        <a:lstStyle/>
        <a:p>
          <a:r>
            <a:rPr lang="en-US"/>
            <a:t>The system automatically updates the total candy count.</a:t>
          </a:r>
        </a:p>
      </dgm:t>
    </dgm:pt>
    <dgm:pt modelId="{0CC96849-8813-4DC4-903F-C928867D6B4A}" type="parTrans" cxnId="{F01B94F0-EE02-490D-AD5E-CD8B62E1EA25}">
      <dgm:prSet/>
      <dgm:spPr/>
      <dgm:t>
        <a:bodyPr/>
        <a:lstStyle/>
        <a:p>
          <a:endParaRPr lang="en-US"/>
        </a:p>
      </dgm:t>
    </dgm:pt>
    <dgm:pt modelId="{13CA8611-793F-4E1E-81E3-250E92527DA7}" type="sibTrans" cxnId="{F01B94F0-EE02-490D-AD5E-CD8B62E1EA25}">
      <dgm:prSet/>
      <dgm:spPr/>
      <dgm:t>
        <a:bodyPr/>
        <a:lstStyle/>
        <a:p>
          <a:endParaRPr lang="en-US"/>
        </a:p>
      </dgm:t>
    </dgm:pt>
    <dgm:pt modelId="{C25EF552-2EBB-422F-8189-0651B113AC66}">
      <dgm:prSet/>
      <dgm:spPr/>
      <dgm:t>
        <a:bodyPr/>
        <a:lstStyle/>
        <a:p>
          <a:r>
            <a:rPr lang="en-US"/>
            <a:t>Admins can view current inventory anytime.</a:t>
          </a:r>
        </a:p>
      </dgm:t>
    </dgm:pt>
    <dgm:pt modelId="{D3765C3C-C6B0-43A0-A796-4445C4FE6A9C}" type="parTrans" cxnId="{AD143C62-D7F4-4410-BDF2-4D08F31CC015}">
      <dgm:prSet/>
      <dgm:spPr/>
      <dgm:t>
        <a:bodyPr/>
        <a:lstStyle/>
        <a:p>
          <a:endParaRPr lang="en-US"/>
        </a:p>
      </dgm:t>
    </dgm:pt>
    <dgm:pt modelId="{2B1D62A5-368F-48AE-9A87-D8F02589B2D4}" type="sibTrans" cxnId="{AD143C62-D7F4-4410-BDF2-4D08F31CC015}">
      <dgm:prSet/>
      <dgm:spPr/>
      <dgm:t>
        <a:bodyPr/>
        <a:lstStyle/>
        <a:p>
          <a:endParaRPr lang="en-US"/>
        </a:p>
      </dgm:t>
    </dgm:pt>
    <dgm:pt modelId="{1C6DAAE9-8EFE-45D4-A5BA-FB6E8810BE00}" type="pres">
      <dgm:prSet presAssocID="{7B7F8553-7E4F-4F79-A51B-2CD3E0C39D75}" presName="outerComposite" presStyleCnt="0">
        <dgm:presLayoutVars>
          <dgm:chMax val="5"/>
          <dgm:dir/>
          <dgm:resizeHandles val="exact"/>
        </dgm:presLayoutVars>
      </dgm:prSet>
      <dgm:spPr/>
    </dgm:pt>
    <dgm:pt modelId="{3917E855-793C-4DC6-8D2D-2B3631DD6962}" type="pres">
      <dgm:prSet presAssocID="{7B7F8553-7E4F-4F79-A51B-2CD3E0C39D75}" presName="dummyMaxCanvas" presStyleCnt="0">
        <dgm:presLayoutVars/>
      </dgm:prSet>
      <dgm:spPr/>
    </dgm:pt>
    <dgm:pt modelId="{A0FB6F44-40F2-4C32-BFB8-03D8132D8ACC}" type="pres">
      <dgm:prSet presAssocID="{7B7F8553-7E4F-4F79-A51B-2CD3E0C39D75}" presName="FourNodes_1" presStyleLbl="node1" presStyleIdx="0" presStyleCnt="4">
        <dgm:presLayoutVars>
          <dgm:bulletEnabled val="1"/>
        </dgm:presLayoutVars>
      </dgm:prSet>
      <dgm:spPr/>
    </dgm:pt>
    <dgm:pt modelId="{E4100074-1DA0-48F9-84D8-E94CB0B05A27}" type="pres">
      <dgm:prSet presAssocID="{7B7F8553-7E4F-4F79-A51B-2CD3E0C39D75}" presName="FourNodes_2" presStyleLbl="node1" presStyleIdx="1" presStyleCnt="4">
        <dgm:presLayoutVars>
          <dgm:bulletEnabled val="1"/>
        </dgm:presLayoutVars>
      </dgm:prSet>
      <dgm:spPr/>
    </dgm:pt>
    <dgm:pt modelId="{F710623F-E2C1-4539-89F3-B3577BCA1893}" type="pres">
      <dgm:prSet presAssocID="{7B7F8553-7E4F-4F79-A51B-2CD3E0C39D75}" presName="FourNodes_3" presStyleLbl="node1" presStyleIdx="2" presStyleCnt="4">
        <dgm:presLayoutVars>
          <dgm:bulletEnabled val="1"/>
        </dgm:presLayoutVars>
      </dgm:prSet>
      <dgm:spPr/>
    </dgm:pt>
    <dgm:pt modelId="{D89E7737-2E59-4129-99B1-5B1D8B7FA54E}" type="pres">
      <dgm:prSet presAssocID="{7B7F8553-7E4F-4F79-A51B-2CD3E0C39D75}" presName="FourNodes_4" presStyleLbl="node1" presStyleIdx="3" presStyleCnt="4">
        <dgm:presLayoutVars>
          <dgm:bulletEnabled val="1"/>
        </dgm:presLayoutVars>
      </dgm:prSet>
      <dgm:spPr/>
    </dgm:pt>
    <dgm:pt modelId="{7F959158-05F5-4177-A61E-57F074EDD277}" type="pres">
      <dgm:prSet presAssocID="{7B7F8553-7E4F-4F79-A51B-2CD3E0C39D75}" presName="FourConn_1-2" presStyleLbl="fgAccFollowNode1" presStyleIdx="0" presStyleCnt="3">
        <dgm:presLayoutVars>
          <dgm:bulletEnabled val="1"/>
        </dgm:presLayoutVars>
      </dgm:prSet>
      <dgm:spPr/>
    </dgm:pt>
    <dgm:pt modelId="{C506B086-5D5D-4FB9-806D-AA2652B54B0D}" type="pres">
      <dgm:prSet presAssocID="{7B7F8553-7E4F-4F79-A51B-2CD3E0C39D75}" presName="FourConn_2-3" presStyleLbl="fgAccFollowNode1" presStyleIdx="1" presStyleCnt="3">
        <dgm:presLayoutVars>
          <dgm:bulletEnabled val="1"/>
        </dgm:presLayoutVars>
      </dgm:prSet>
      <dgm:spPr/>
    </dgm:pt>
    <dgm:pt modelId="{8031CFDE-3A82-4AA4-8160-8A2CECAA4B48}" type="pres">
      <dgm:prSet presAssocID="{7B7F8553-7E4F-4F79-A51B-2CD3E0C39D75}" presName="FourConn_3-4" presStyleLbl="fgAccFollowNode1" presStyleIdx="2" presStyleCnt="3">
        <dgm:presLayoutVars>
          <dgm:bulletEnabled val="1"/>
        </dgm:presLayoutVars>
      </dgm:prSet>
      <dgm:spPr/>
    </dgm:pt>
    <dgm:pt modelId="{C0A21FC6-B431-4796-BA39-BE246E65CB5E}" type="pres">
      <dgm:prSet presAssocID="{7B7F8553-7E4F-4F79-A51B-2CD3E0C39D75}" presName="FourNodes_1_text" presStyleLbl="node1" presStyleIdx="3" presStyleCnt="4">
        <dgm:presLayoutVars>
          <dgm:bulletEnabled val="1"/>
        </dgm:presLayoutVars>
      </dgm:prSet>
      <dgm:spPr/>
    </dgm:pt>
    <dgm:pt modelId="{2AE3D996-73B5-4271-BF30-F505373A4F48}" type="pres">
      <dgm:prSet presAssocID="{7B7F8553-7E4F-4F79-A51B-2CD3E0C39D75}" presName="FourNodes_2_text" presStyleLbl="node1" presStyleIdx="3" presStyleCnt="4">
        <dgm:presLayoutVars>
          <dgm:bulletEnabled val="1"/>
        </dgm:presLayoutVars>
      </dgm:prSet>
      <dgm:spPr/>
    </dgm:pt>
    <dgm:pt modelId="{43EAF44C-83A9-4325-A7AD-DE1DE2D9FF18}" type="pres">
      <dgm:prSet presAssocID="{7B7F8553-7E4F-4F79-A51B-2CD3E0C39D75}" presName="FourNodes_3_text" presStyleLbl="node1" presStyleIdx="3" presStyleCnt="4">
        <dgm:presLayoutVars>
          <dgm:bulletEnabled val="1"/>
        </dgm:presLayoutVars>
      </dgm:prSet>
      <dgm:spPr/>
    </dgm:pt>
    <dgm:pt modelId="{C7655FEE-EAF1-450A-862E-07F76CD23838}" type="pres">
      <dgm:prSet presAssocID="{7B7F8553-7E4F-4F79-A51B-2CD3E0C39D7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4A73E0A-D98E-406C-A0C6-1FEF7653AEDC}" srcId="{7B7F8553-7E4F-4F79-A51B-2CD3E0C39D75}" destId="{1F13261A-2BE0-4886-9DA5-B5BEFC5609BD}" srcOrd="1" destOrd="0" parTransId="{7F32C70A-831B-4305-A63C-8989A871F5C3}" sibTransId="{2AD9F677-7F24-45B0-9C04-AEDD1ADF183D}"/>
    <dgm:cxn modelId="{24EDAE1C-789B-46AA-A54B-9155F87C51EF}" type="presOf" srcId="{D32781CC-27F2-4E0C-A132-7019BA98DEC8}" destId="{7F959158-05F5-4177-A61E-57F074EDD277}" srcOrd="0" destOrd="0" presId="urn:microsoft.com/office/officeart/2005/8/layout/vProcess5"/>
    <dgm:cxn modelId="{AD143C62-D7F4-4410-BDF2-4D08F31CC015}" srcId="{7B7F8553-7E4F-4F79-A51B-2CD3E0C39D75}" destId="{C25EF552-2EBB-422F-8189-0651B113AC66}" srcOrd="3" destOrd="0" parTransId="{D3765C3C-C6B0-43A0-A796-4445C4FE6A9C}" sibTransId="{2B1D62A5-368F-48AE-9A87-D8F02589B2D4}"/>
    <dgm:cxn modelId="{216E7A49-94E3-4D43-81B6-20F602EBE26F}" type="presOf" srcId="{415C1197-46AB-4C49-A9DD-C88297B97150}" destId="{C0A21FC6-B431-4796-BA39-BE246E65CB5E}" srcOrd="1" destOrd="0" presId="urn:microsoft.com/office/officeart/2005/8/layout/vProcess5"/>
    <dgm:cxn modelId="{E0E4CE4D-D6F9-4D09-B935-F8506DB6E319}" type="presOf" srcId="{1F13261A-2BE0-4886-9DA5-B5BEFC5609BD}" destId="{2AE3D996-73B5-4271-BF30-F505373A4F48}" srcOrd="1" destOrd="0" presId="urn:microsoft.com/office/officeart/2005/8/layout/vProcess5"/>
    <dgm:cxn modelId="{3738FA9A-0143-4915-BD50-6C89853DA28E}" type="presOf" srcId="{2AD9F677-7F24-45B0-9C04-AEDD1ADF183D}" destId="{C506B086-5D5D-4FB9-806D-AA2652B54B0D}" srcOrd="0" destOrd="0" presId="urn:microsoft.com/office/officeart/2005/8/layout/vProcess5"/>
    <dgm:cxn modelId="{65D7719E-5240-452C-8CB0-83DC8294C3A7}" type="presOf" srcId="{D7D0B268-3CD4-497C-8DCA-8855E26DF7E8}" destId="{F710623F-E2C1-4539-89F3-B3577BCA1893}" srcOrd="0" destOrd="0" presId="urn:microsoft.com/office/officeart/2005/8/layout/vProcess5"/>
    <dgm:cxn modelId="{B493C4B7-0F4E-4A0E-A81A-C362481FDE03}" type="presOf" srcId="{C25EF552-2EBB-422F-8189-0651B113AC66}" destId="{D89E7737-2E59-4129-99B1-5B1D8B7FA54E}" srcOrd="0" destOrd="0" presId="urn:microsoft.com/office/officeart/2005/8/layout/vProcess5"/>
    <dgm:cxn modelId="{ED1E99BD-BA34-4326-99D8-713A16C38A79}" type="presOf" srcId="{415C1197-46AB-4C49-A9DD-C88297B97150}" destId="{A0FB6F44-40F2-4C32-BFB8-03D8132D8ACC}" srcOrd="0" destOrd="0" presId="urn:microsoft.com/office/officeart/2005/8/layout/vProcess5"/>
    <dgm:cxn modelId="{F71876C1-7501-4D82-9E5D-4A54BCD8D9E7}" type="presOf" srcId="{D7D0B268-3CD4-497C-8DCA-8855E26DF7E8}" destId="{43EAF44C-83A9-4325-A7AD-DE1DE2D9FF18}" srcOrd="1" destOrd="0" presId="urn:microsoft.com/office/officeart/2005/8/layout/vProcess5"/>
    <dgm:cxn modelId="{FD5F4BC3-EDF2-47BF-A458-B6254FA352CE}" type="presOf" srcId="{1F13261A-2BE0-4886-9DA5-B5BEFC5609BD}" destId="{E4100074-1DA0-48F9-84D8-E94CB0B05A27}" srcOrd="0" destOrd="0" presId="urn:microsoft.com/office/officeart/2005/8/layout/vProcess5"/>
    <dgm:cxn modelId="{B86EABD2-C887-4FA2-9C5E-C43C791BB2DA}" type="presOf" srcId="{13CA8611-793F-4E1E-81E3-250E92527DA7}" destId="{8031CFDE-3A82-4AA4-8160-8A2CECAA4B48}" srcOrd="0" destOrd="0" presId="urn:microsoft.com/office/officeart/2005/8/layout/vProcess5"/>
    <dgm:cxn modelId="{8287A2D4-A77F-4C89-B07C-478C5A262CAD}" type="presOf" srcId="{7B7F8553-7E4F-4F79-A51B-2CD3E0C39D75}" destId="{1C6DAAE9-8EFE-45D4-A5BA-FB6E8810BE00}" srcOrd="0" destOrd="0" presId="urn:microsoft.com/office/officeart/2005/8/layout/vProcess5"/>
    <dgm:cxn modelId="{C06E90E6-2D6F-417E-A18B-2462BE0BE269}" srcId="{7B7F8553-7E4F-4F79-A51B-2CD3E0C39D75}" destId="{415C1197-46AB-4C49-A9DD-C88297B97150}" srcOrd="0" destOrd="0" parTransId="{78002B46-5E5C-42E9-A39E-C8BB6703364D}" sibTransId="{D32781CC-27F2-4E0C-A132-7019BA98DEC8}"/>
    <dgm:cxn modelId="{8DB7F6EF-1AF0-4BCB-8B59-0D44E26685C7}" type="presOf" srcId="{C25EF552-2EBB-422F-8189-0651B113AC66}" destId="{C7655FEE-EAF1-450A-862E-07F76CD23838}" srcOrd="1" destOrd="0" presId="urn:microsoft.com/office/officeart/2005/8/layout/vProcess5"/>
    <dgm:cxn modelId="{F01B94F0-EE02-490D-AD5E-CD8B62E1EA25}" srcId="{7B7F8553-7E4F-4F79-A51B-2CD3E0C39D75}" destId="{D7D0B268-3CD4-497C-8DCA-8855E26DF7E8}" srcOrd="2" destOrd="0" parTransId="{0CC96849-8813-4DC4-903F-C928867D6B4A}" sibTransId="{13CA8611-793F-4E1E-81E3-250E92527DA7}"/>
    <dgm:cxn modelId="{76015115-C10B-4B06-B86F-31D48812D28C}" type="presParOf" srcId="{1C6DAAE9-8EFE-45D4-A5BA-FB6E8810BE00}" destId="{3917E855-793C-4DC6-8D2D-2B3631DD6962}" srcOrd="0" destOrd="0" presId="urn:microsoft.com/office/officeart/2005/8/layout/vProcess5"/>
    <dgm:cxn modelId="{1889425F-28E8-41AC-A5A2-29010D9E49F6}" type="presParOf" srcId="{1C6DAAE9-8EFE-45D4-A5BA-FB6E8810BE00}" destId="{A0FB6F44-40F2-4C32-BFB8-03D8132D8ACC}" srcOrd="1" destOrd="0" presId="urn:microsoft.com/office/officeart/2005/8/layout/vProcess5"/>
    <dgm:cxn modelId="{B4092766-4910-4F86-9EDE-F4383106329F}" type="presParOf" srcId="{1C6DAAE9-8EFE-45D4-A5BA-FB6E8810BE00}" destId="{E4100074-1DA0-48F9-84D8-E94CB0B05A27}" srcOrd="2" destOrd="0" presId="urn:microsoft.com/office/officeart/2005/8/layout/vProcess5"/>
    <dgm:cxn modelId="{173D1494-EA3C-45BF-A63B-F4F5AB5617A8}" type="presParOf" srcId="{1C6DAAE9-8EFE-45D4-A5BA-FB6E8810BE00}" destId="{F710623F-E2C1-4539-89F3-B3577BCA1893}" srcOrd="3" destOrd="0" presId="urn:microsoft.com/office/officeart/2005/8/layout/vProcess5"/>
    <dgm:cxn modelId="{07D40650-CE80-4A74-9121-29C62E25ED17}" type="presParOf" srcId="{1C6DAAE9-8EFE-45D4-A5BA-FB6E8810BE00}" destId="{D89E7737-2E59-4129-99B1-5B1D8B7FA54E}" srcOrd="4" destOrd="0" presId="urn:microsoft.com/office/officeart/2005/8/layout/vProcess5"/>
    <dgm:cxn modelId="{3E95AFC4-0155-437B-879F-214242BC0494}" type="presParOf" srcId="{1C6DAAE9-8EFE-45D4-A5BA-FB6E8810BE00}" destId="{7F959158-05F5-4177-A61E-57F074EDD277}" srcOrd="5" destOrd="0" presId="urn:microsoft.com/office/officeart/2005/8/layout/vProcess5"/>
    <dgm:cxn modelId="{1BD372E7-0E1E-4F86-9AB3-D827671A7093}" type="presParOf" srcId="{1C6DAAE9-8EFE-45D4-A5BA-FB6E8810BE00}" destId="{C506B086-5D5D-4FB9-806D-AA2652B54B0D}" srcOrd="6" destOrd="0" presId="urn:microsoft.com/office/officeart/2005/8/layout/vProcess5"/>
    <dgm:cxn modelId="{8804B401-6B43-4B26-8095-11C23304AD23}" type="presParOf" srcId="{1C6DAAE9-8EFE-45D4-A5BA-FB6E8810BE00}" destId="{8031CFDE-3A82-4AA4-8160-8A2CECAA4B48}" srcOrd="7" destOrd="0" presId="urn:microsoft.com/office/officeart/2005/8/layout/vProcess5"/>
    <dgm:cxn modelId="{29A36E77-788E-4879-96E0-AD39DD07A093}" type="presParOf" srcId="{1C6DAAE9-8EFE-45D4-A5BA-FB6E8810BE00}" destId="{C0A21FC6-B431-4796-BA39-BE246E65CB5E}" srcOrd="8" destOrd="0" presId="urn:microsoft.com/office/officeart/2005/8/layout/vProcess5"/>
    <dgm:cxn modelId="{9E9566B1-5830-438D-94D1-F13906DB1251}" type="presParOf" srcId="{1C6DAAE9-8EFE-45D4-A5BA-FB6E8810BE00}" destId="{2AE3D996-73B5-4271-BF30-F505373A4F48}" srcOrd="9" destOrd="0" presId="urn:microsoft.com/office/officeart/2005/8/layout/vProcess5"/>
    <dgm:cxn modelId="{A8ABB646-EA29-4918-93CD-0155C0A70049}" type="presParOf" srcId="{1C6DAAE9-8EFE-45D4-A5BA-FB6E8810BE00}" destId="{43EAF44C-83A9-4325-A7AD-DE1DE2D9FF18}" srcOrd="10" destOrd="0" presId="urn:microsoft.com/office/officeart/2005/8/layout/vProcess5"/>
    <dgm:cxn modelId="{B3D2FDE5-8A42-4C03-B554-1B7626BC62E3}" type="presParOf" srcId="{1C6DAAE9-8EFE-45D4-A5BA-FB6E8810BE00}" destId="{C7655FEE-EAF1-450A-862E-07F76CD2383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01F3CC-5F79-4F02-9B59-1E8C44813B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248981-6AF9-4EE3-98EE-FA4D19BCCDDD}">
      <dgm:prSet/>
      <dgm:spPr/>
      <dgm:t>
        <a:bodyPr/>
        <a:lstStyle/>
        <a:p>
          <a:r>
            <a:rPr lang="en-US"/>
            <a:t>User Interface (index.html)</a:t>
          </a:r>
        </a:p>
      </dgm:t>
    </dgm:pt>
    <dgm:pt modelId="{7BBF65A6-3E10-42D3-B754-2074DC4A817E}" type="parTrans" cxnId="{F1718649-13E6-4CA0-B0E6-86A66989075C}">
      <dgm:prSet/>
      <dgm:spPr/>
      <dgm:t>
        <a:bodyPr/>
        <a:lstStyle/>
        <a:p>
          <a:endParaRPr lang="en-US"/>
        </a:p>
      </dgm:t>
    </dgm:pt>
    <dgm:pt modelId="{9593F127-3274-41AC-9EFC-6B4168A8EB9C}" type="sibTrans" cxnId="{F1718649-13E6-4CA0-B0E6-86A66989075C}">
      <dgm:prSet/>
      <dgm:spPr/>
      <dgm:t>
        <a:bodyPr/>
        <a:lstStyle/>
        <a:p>
          <a:endParaRPr lang="en-US"/>
        </a:p>
      </dgm:t>
    </dgm:pt>
    <dgm:pt modelId="{18F7651B-1664-49C7-B15A-0966FA83D752}">
      <dgm:prSet/>
      <dgm:spPr/>
      <dgm:t>
        <a:bodyPr/>
        <a:lstStyle/>
        <a:p>
          <a:r>
            <a:rPr lang="en-US"/>
            <a:t>App.py (read / write)</a:t>
          </a:r>
        </a:p>
      </dgm:t>
    </dgm:pt>
    <dgm:pt modelId="{1E8A87F3-05C0-4114-802C-7706C2E08FAD}" type="parTrans" cxnId="{DF0991CD-334A-4EC5-91EC-F032882ABD81}">
      <dgm:prSet/>
      <dgm:spPr/>
      <dgm:t>
        <a:bodyPr/>
        <a:lstStyle/>
        <a:p>
          <a:endParaRPr lang="en-US"/>
        </a:p>
      </dgm:t>
    </dgm:pt>
    <dgm:pt modelId="{89C1C240-5B67-4851-B2A8-686AF15B1FCA}" type="sibTrans" cxnId="{DF0991CD-334A-4EC5-91EC-F032882ABD81}">
      <dgm:prSet/>
      <dgm:spPr/>
      <dgm:t>
        <a:bodyPr/>
        <a:lstStyle/>
        <a:p>
          <a:endParaRPr lang="en-US"/>
        </a:p>
      </dgm:t>
    </dgm:pt>
    <dgm:pt modelId="{2B6271E3-2A48-48C9-8CA0-872204062FA6}">
      <dgm:prSet/>
      <dgm:spPr/>
      <dgm:t>
        <a:bodyPr/>
        <a:lstStyle/>
        <a:p>
          <a:r>
            <a:rPr lang="en-US"/>
            <a:t>candies.csv (Data Storage)</a:t>
          </a:r>
        </a:p>
      </dgm:t>
    </dgm:pt>
    <dgm:pt modelId="{ACCF329B-E59D-403B-AB13-08717EB823F0}" type="parTrans" cxnId="{5AAB4984-5F83-47CE-B8C9-C989FA3BF50F}">
      <dgm:prSet/>
      <dgm:spPr/>
      <dgm:t>
        <a:bodyPr/>
        <a:lstStyle/>
        <a:p>
          <a:endParaRPr lang="en-US"/>
        </a:p>
      </dgm:t>
    </dgm:pt>
    <dgm:pt modelId="{CDDE5B2F-7A8E-4F51-BAA6-BABB5622B691}" type="sibTrans" cxnId="{5AAB4984-5F83-47CE-B8C9-C989FA3BF50F}">
      <dgm:prSet/>
      <dgm:spPr/>
      <dgm:t>
        <a:bodyPr/>
        <a:lstStyle/>
        <a:p>
          <a:endParaRPr lang="en-US"/>
        </a:p>
      </dgm:t>
    </dgm:pt>
    <dgm:pt modelId="{33BF37D0-7183-418C-B275-0CD04FC2E3A5}">
      <dgm:prSet/>
      <dgm:spPr/>
      <dgm:t>
        <a:bodyPr/>
        <a:lstStyle/>
        <a:p>
          <a:r>
            <a:rPr lang="en-US"/>
            <a:t>Frontend: HTML, CSS, JS (user interactions)</a:t>
          </a:r>
        </a:p>
      </dgm:t>
    </dgm:pt>
    <dgm:pt modelId="{900F8940-6E34-4673-AD36-1926F974EE5A}" type="parTrans" cxnId="{9BB3842A-6DAA-4A87-B1A5-925A4E037CF6}">
      <dgm:prSet/>
      <dgm:spPr/>
      <dgm:t>
        <a:bodyPr/>
        <a:lstStyle/>
        <a:p>
          <a:endParaRPr lang="en-US"/>
        </a:p>
      </dgm:t>
    </dgm:pt>
    <dgm:pt modelId="{13E467D3-34C7-40BE-A369-8B85495E0F64}" type="sibTrans" cxnId="{9BB3842A-6DAA-4A87-B1A5-925A4E037CF6}">
      <dgm:prSet/>
      <dgm:spPr/>
      <dgm:t>
        <a:bodyPr/>
        <a:lstStyle/>
        <a:p>
          <a:endParaRPr lang="en-US"/>
        </a:p>
      </dgm:t>
    </dgm:pt>
    <dgm:pt modelId="{3F9D5285-2D73-400A-A340-89D072BE2E1D}">
      <dgm:prSet/>
      <dgm:spPr/>
      <dgm:t>
        <a:bodyPr/>
        <a:lstStyle/>
        <a:p>
          <a:r>
            <a:rPr lang="en-US" dirty="0"/>
            <a:t>Backend: Fast API (handles updates) , Python</a:t>
          </a:r>
        </a:p>
      </dgm:t>
    </dgm:pt>
    <dgm:pt modelId="{6E8E10AF-21AD-47EB-819E-FEBCFF4DEF70}" type="parTrans" cxnId="{16AC0284-3530-4B44-893C-479070C90822}">
      <dgm:prSet/>
      <dgm:spPr/>
      <dgm:t>
        <a:bodyPr/>
        <a:lstStyle/>
        <a:p>
          <a:endParaRPr lang="en-US"/>
        </a:p>
      </dgm:t>
    </dgm:pt>
    <dgm:pt modelId="{4C17139B-4CB2-4120-A3E2-472A1E9B7432}" type="sibTrans" cxnId="{16AC0284-3530-4B44-893C-479070C90822}">
      <dgm:prSet/>
      <dgm:spPr/>
      <dgm:t>
        <a:bodyPr/>
        <a:lstStyle/>
        <a:p>
          <a:endParaRPr lang="en-US"/>
        </a:p>
      </dgm:t>
    </dgm:pt>
    <dgm:pt modelId="{FB824904-84F4-499D-B9AB-90FEB6F5E71A}">
      <dgm:prSet/>
      <dgm:spPr/>
      <dgm:t>
        <a:bodyPr/>
        <a:lstStyle/>
        <a:p>
          <a:r>
            <a:rPr lang="en-US"/>
            <a:t>Data: CSV file stores candy stock</a:t>
          </a:r>
        </a:p>
      </dgm:t>
    </dgm:pt>
    <dgm:pt modelId="{8B9BCAC9-4795-4433-833A-804D64FCD8DB}" type="parTrans" cxnId="{23090CBB-1053-448C-BED6-09989D93241F}">
      <dgm:prSet/>
      <dgm:spPr/>
      <dgm:t>
        <a:bodyPr/>
        <a:lstStyle/>
        <a:p>
          <a:endParaRPr lang="en-US"/>
        </a:p>
      </dgm:t>
    </dgm:pt>
    <dgm:pt modelId="{59C56734-C59B-44A6-BB05-952D93AD5357}" type="sibTrans" cxnId="{23090CBB-1053-448C-BED6-09989D93241F}">
      <dgm:prSet/>
      <dgm:spPr/>
      <dgm:t>
        <a:bodyPr/>
        <a:lstStyle/>
        <a:p>
          <a:endParaRPr lang="en-US"/>
        </a:p>
      </dgm:t>
    </dgm:pt>
    <dgm:pt modelId="{0B5C2FF9-158B-4B9A-A1F2-ECC781F0B22B}" type="pres">
      <dgm:prSet presAssocID="{AD01F3CC-5F79-4F02-9B59-1E8C44813B8C}" presName="root" presStyleCnt="0">
        <dgm:presLayoutVars>
          <dgm:dir/>
          <dgm:resizeHandles val="exact"/>
        </dgm:presLayoutVars>
      </dgm:prSet>
      <dgm:spPr/>
    </dgm:pt>
    <dgm:pt modelId="{E460587F-FF45-40C8-B581-47C804D2FF2F}" type="pres">
      <dgm:prSet presAssocID="{15248981-6AF9-4EE3-98EE-FA4D19BCCDDD}" presName="compNode" presStyleCnt="0"/>
      <dgm:spPr/>
    </dgm:pt>
    <dgm:pt modelId="{0ADA036A-D8E9-4A55-8326-480B7F91780F}" type="pres">
      <dgm:prSet presAssocID="{15248981-6AF9-4EE3-98EE-FA4D19BCCDDD}" presName="bgRect" presStyleLbl="bgShp" presStyleIdx="0" presStyleCnt="6"/>
      <dgm:spPr/>
    </dgm:pt>
    <dgm:pt modelId="{AD3564E1-5221-4975-9F54-0DA837D9231F}" type="pres">
      <dgm:prSet presAssocID="{15248981-6AF9-4EE3-98EE-FA4D19BCCDD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EE29C85-D9D2-45DB-9920-A6A7E4AE3B2A}" type="pres">
      <dgm:prSet presAssocID="{15248981-6AF9-4EE3-98EE-FA4D19BCCDDD}" presName="spaceRect" presStyleCnt="0"/>
      <dgm:spPr/>
    </dgm:pt>
    <dgm:pt modelId="{4DB74CE2-24A5-4302-BC24-45EFCBF798FB}" type="pres">
      <dgm:prSet presAssocID="{15248981-6AF9-4EE3-98EE-FA4D19BCCDDD}" presName="parTx" presStyleLbl="revTx" presStyleIdx="0" presStyleCnt="6">
        <dgm:presLayoutVars>
          <dgm:chMax val="0"/>
          <dgm:chPref val="0"/>
        </dgm:presLayoutVars>
      </dgm:prSet>
      <dgm:spPr/>
    </dgm:pt>
    <dgm:pt modelId="{85BBB67C-05E7-4268-B1B5-23988F9AFAF1}" type="pres">
      <dgm:prSet presAssocID="{9593F127-3274-41AC-9EFC-6B4168A8EB9C}" presName="sibTrans" presStyleCnt="0"/>
      <dgm:spPr/>
    </dgm:pt>
    <dgm:pt modelId="{5521EE07-56AB-49A7-B750-6E67792EBB56}" type="pres">
      <dgm:prSet presAssocID="{18F7651B-1664-49C7-B15A-0966FA83D752}" presName="compNode" presStyleCnt="0"/>
      <dgm:spPr/>
    </dgm:pt>
    <dgm:pt modelId="{2E59CEA2-4DCC-4AEA-B414-394FEA7AE022}" type="pres">
      <dgm:prSet presAssocID="{18F7651B-1664-49C7-B15A-0966FA83D752}" presName="bgRect" presStyleLbl="bgShp" presStyleIdx="1" presStyleCnt="6"/>
      <dgm:spPr/>
    </dgm:pt>
    <dgm:pt modelId="{52007F19-32D9-4972-98C9-A09C6C2BB36B}" type="pres">
      <dgm:prSet presAssocID="{18F7651B-1664-49C7-B15A-0966FA83D75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0069992F-272E-4D78-8A72-39E0605AA9CA}" type="pres">
      <dgm:prSet presAssocID="{18F7651B-1664-49C7-B15A-0966FA83D752}" presName="spaceRect" presStyleCnt="0"/>
      <dgm:spPr/>
    </dgm:pt>
    <dgm:pt modelId="{ADAC002A-A1DD-42F2-8718-9F13D0D8958E}" type="pres">
      <dgm:prSet presAssocID="{18F7651B-1664-49C7-B15A-0966FA83D752}" presName="parTx" presStyleLbl="revTx" presStyleIdx="1" presStyleCnt="6">
        <dgm:presLayoutVars>
          <dgm:chMax val="0"/>
          <dgm:chPref val="0"/>
        </dgm:presLayoutVars>
      </dgm:prSet>
      <dgm:spPr/>
    </dgm:pt>
    <dgm:pt modelId="{E2DB32B8-8672-4E03-B10E-E3AE070141E0}" type="pres">
      <dgm:prSet presAssocID="{89C1C240-5B67-4851-B2A8-686AF15B1FCA}" presName="sibTrans" presStyleCnt="0"/>
      <dgm:spPr/>
    </dgm:pt>
    <dgm:pt modelId="{694A4633-9A72-41A8-AEAF-4CC870D5E096}" type="pres">
      <dgm:prSet presAssocID="{2B6271E3-2A48-48C9-8CA0-872204062FA6}" presName="compNode" presStyleCnt="0"/>
      <dgm:spPr/>
    </dgm:pt>
    <dgm:pt modelId="{B8789FF7-8F8C-4BFC-A97E-8065B85B7F77}" type="pres">
      <dgm:prSet presAssocID="{2B6271E3-2A48-48C9-8CA0-872204062FA6}" presName="bgRect" presStyleLbl="bgShp" presStyleIdx="2" presStyleCnt="6"/>
      <dgm:spPr/>
    </dgm:pt>
    <dgm:pt modelId="{35CF6830-8B5C-4ACB-97C6-F163D83105A2}" type="pres">
      <dgm:prSet presAssocID="{2B6271E3-2A48-48C9-8CA0-872204062FA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727EC9A-4555-4F6F-A239-46DA6EF49F55}" type="pres">
      <dgm:prSet presAssocID="{2B6271E3-2A48-48C9-8CA0-872204062FA6}" presName="spaceRect" presStyleCnt="0"/>
      <dgm:spPr/>
    </dgm:pt>
    <dgm:pt modelId="{0A33177A-4B29-4B42-86DF-DD4E40CBF4AB}" type="pres">
      <dgm:prSet presAssocID="{2B6271E3-2A48-48C9-8CA0-872204062FA6}" presName="parTx" presStyleLbl="revTx" presStyleIdx="2" presStyleCnt="6">
        <dgm:presLayoutVars>
          <dgm:chMax val="0"/>
          <dgm:chPref val="0"/>
        </dgm:presLayoutVars>
      </dgm:prSet>
      <dgm:spPr/>
    </dgm:pt>
    <dgm:pt modelId="{35C9CA2E-C29D-4ED0-BCB4-A851C87AAA99}" type="pres">
      <dgm:prSet presAssocID="{CDDE5B2F-7A8E-4F51-BAA6-BABB5622B691}" presName="sibTrans" presStyleCnt="0"/>
      <dgm:spPr/>
    </dgm:pt>
    <dgm:pt modelId="{741190CC-8887-4851-800E-DC7CE1BAC2E5}" type="pres">
      <dgm:prSet presAssocID="{33BF37D0-7183-418C-B275-0CD04FC2E3A5}" presName="compNode" presStyleCnt="0"/>
      <dgm:spPr/>
    </dgm:pt>
    <dgm:pt modelId="{4E343221-8B4A-4352-BAF0-A1B198D7F9ED}" type="pres">
      <dgm:prSet presAssocID="{33BF37D0-7183-418C-B275-0CD04FC2E3A5}" presName="bgRect" presStyleLbl="bgShp" presStyleIdx="3" presStyleCnt="6"/>
      <dgm:spPr/>
    </dgm:pt>
    <dgm:pt modelId="{BE0A3A43-36A1-46FB-8E25-EA4AD0044AA1}" type="pres">
      <dgm:prSet presAssocID="{33BF37D0-7183-418C-B275-0CD04FC2E3A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510001B-AC72-43C1-9A15-114C907AA275}" type="pres">
      <dgm:prSet presAssocID="{33BF37D0-7183-418C-B275-0CD04FC2E3A5}" presName="spaceRect" presStyleCnt="0"/>
      <dgm:spPr/>
    </dgm:pt>
    <dgm:pt modelId="{E39683D1-3CCB-4104-A85B-B3DD485A4778}" type="pres">
      <dgm:prSet presAssocID="{33BF37D0-7183-418C-B275-0CD04FC2E3A5}" presName="parTx" presStyleLbl="revTx" presStyleIdx="3" presStyleCnt="6">
        <dgm:presLayoutVars>
          <dgm:chMax val="0"/>
          <dgm:chPref val="0"/>
        </dgm:presLayoutVars>
      </dgm:prSet>
      <dgm:spPr/>
    </dgm:pt>
    <dgm:pt modelId="{C3A0192E-C39D-4074-88BD-4838C1150C60}" type="pres">
      <dgm:prSet presAssocID="{13E467D3-34C7-40BE-A369-8B85495E0F64}" presName="sibTrans" presStyleCnt="0"/>
      <dgm:spPr/>
    </dgm:pt>
    <dgm:pt modelId="{D14D1080-B894-4272-B279-D78E6707ADEE}" type="pres">
      <dgm:prSet presAssocID="{3F9D5285-2D73-400A-A340-89D072BE2E1D}" presName="compNode" presStyleCnt="0"/>
      <dgm:spPr/>
    </dgm:pt>
    <dgm:pt modelId="{1E3155AF-0970-4DCE-96A3-7B223F8E9453}" type="pres">
      <dgm:prSet presAssocID="{3F9D5285-2D73-400A-A340-89D072BE2E1D}" presName="bgRect" presStyleLbl="bgShp" presStyleIdx="4" presStyleCnt="6"/>
      <dgm:spPr/>
    </dgm:pt>
    <dgm:pt modelId="{50BE9894-16B6-4B34-9CF7-65C53DE5F88C}" type="pres">
      <dgm:prSet presAssocID="{3F9D5285-2D73-400A-A340-89D072BE2E1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A67AA9-A650-4D0D-9761-6C6B81DFA3F4}" type="pres">
      <dgm:prSet presAssocID="{3F9D5285-2D73-400A-A340-89D072BE2E1D}" presName="spaceRect" presStyleCnt="0"/>
      <dgm:spPr/>
    </dgm:pt>
    <dgm:pt modelId="{B63A20F4-2F79-44D1-853A-AD97B3B942EB}" type="pres">
      <dgm:prSet presAssocID="{3F9D5285-2D73-400A-A340-89D072BE2E1D}" presName="parTx" presStyleLbl="revTx" presStyleIdx="4" presStyleCnt="6">
        <dgm:presLayoutVars>
          <dgm:chMax val="0"/>
          <dgm:chPref val="0"/>
        </dgm:presLayoutVars>
      </dgm:prSet>
      <dgm:spPr/>
    </dgm:pt>
    <dgm:pt modelId="{59D9F2D2-4C2F-4BBE-80BE-88AFAB932E23}" type="pres">
      <dgm:prSet presAssocID="{4C17139B-4CB2-4120-A3E2-472A1E9B7432}" presName="sibTrans" presStyleCnt="0"/>
      <dgm:spPr/>
    </dgm:pt>
    <dgm:pt modelId="{7A07395B-4E59-4001-9167-A908815CC21E}" type="pres">
      <dgm:prSet presAssocID="{FB824904-84F4-499D-B9AB-90FEB6F5E71A}" presName="compNode" presStyleCnt="0"/>
      <dgm:spPr/>
    </dgm:pt>
    <dgm:pt modelId="{1C1A4153-8DE8-45B0-94EA-ABE8025DD6FF}" type="pres">
      <dgm:prSet presAssocID="{FB824904-84F4-499D-B9AB-90FEB6F5E71A}" presName="bgRect" presStyleLbl="bgShp" presStyleIdx="5" presStyleCnt="6"/>
      <dgm:spPr/>
    </dgm:pt>
    <dgm:pt modelId="{20E725A0-596E-4CD9-99EB-68BDE09F2C04}" type="pres">
      <dgm:prSet presAssocID="{FB824904-84F4-499D-B9AB-90FEB6F5E71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dy"/>
        </a:ext>
      </dgm:extLst>
    </dgm:pt>
    <dgm:pt modelId="{1680BF3A-CE6F-405B-93D7-59C18F2CE4BA}" type="pres">
      <dgm:prSet presAssocID="{FB824904-84F4-499D-B9AB-90FEB6F5E71A}" presName="spaceRect" presStyleCnt="0"/>
      <dgm:spPr/>
    </dgm:pt>
    <dgm:pt modelId="{E9799C23-5145-4B84-96D6-A22CD1FE9F8C}" type="pres">
      <dgm:prSet presAssocID="{FB824904-84F4-499D-B9AB-90FEB6F5E71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3D8A107-7594-4F42-8A4B-3F518B12BBC7}" type="presOf" srcId="{AD01F3CC-5F79-4F02-9B59-1E8C44813B8C}" destId="{0B5C2FF9-158B-4B9A-A1F2-ECC781F0B22B}" srcOrd="0" destOrd="0" presId="urn:microsoft.com/office/officeart/2018/2/layout/IconVerticalSolidList"/>
    <dgm:cxn modelId="{7D11EA1E-5B9D-4773-9CA9-7BDA3FF9CA6D}" type="presOf" srcId="{2B6271E3-2A48-48C9-8CA0-872204062FA6}" destId="{0A33177A-4B29-4B42-86DF-DD4E40CBF4AB}" srcOrd="0" destOrd="0" presId="urn:microsoft.com/office/officeart/2018/2/layout/IconVerticalSolidList"/>
    <dgm:cxn modelId="{9BB3842A-6DAA-4A87-B1A5-925A4E037CF6}" srcId="{AD01F3CC-5F79-4F02-9B59-1E8C44813B8C}" destId="{33BF37D0-7183-418C-B275-0CD04FC2E3A5}" srcOrd="3" destOrd="0" parTransId="{900F8940-6E34-4673-AD36-1926F974EE5A}" sibTransId="{13E467D3-34C7-40BE-A369-8B85495E0F64}"/>
    <dgm:cxn modelId="{26F4A63D-8E1F-45CC-A42E-8AE8276106D4}" type="presOf" srcId="{18F7651B-1664-49C7-B15A-0966FA83D752}" destId="{ADAC002A-A1DD-42F2-8718-9F13D0D8958E}" srcOrd="0" destOrd="0" presId="urn:microsoft.com/office/officeart/2018/2/layout/IconVerticalSolidList"/>
    <dgm:cxn modelId="{F1718649-13E6-4CA0-B0E6-86A66989075C}" srcId="{AD01F3CC-5F79-4F02-9B59-1E8C44813B8C}" destId="{15248981-6AF9-4EE3-98EE-FA4D19BCCDDD}" srcOrd="0" destOrd="0" parTransId="{7BBF65A6-3E10-42D3-B754-2074DC4A817E}" sibTransId="{9593F127-3274-41AC-9EFC-6B4168A8EB9C}"/>
    <dgm:cxn modelId="{16AC0284-3530-4B44-893C-479070C90822}" srcId="{AD01F3CC-5F79-4F02-9B59-1E8C44813B8C}" destId="{3F9D5285-2D73-400A-A340-89D072BE2E1D}" srcOrd="4" destOrd="0" parTransId="{6E8E10AF-21AD-47EB-819E-FEBCFF4DEF70}" sibTransId="{4C17139B-4CB2-4120-A3E2-472A1E9B7432}"/>
    <dgm:cxn modelId="{5AAB4984-5F83-47CE-B8C9-C989FA3BF50F}" srcId="{AD01F3CC-5F79-4F02-9B59-1E8C44813B8C}" destId="{2B6271E3-2A48-48C9-8CA0-872204062FA6}" srcOrd="2" destOrd="0" parTransId="{ACCF329B-E59D-403B-AB13-08717EB823F0}" sibTransId="{CDDE5B2F-7A8E-4F51-BAA6-BABB5622B691}"/>
    <dgm:cxn modelId="{A8D6B6A2-BE46-45A8-8D7F-9BC76E86C4E6}" type="presOf" srcId="{FB824904-84F4-499D-B9AB-90FEB6F5E71A}" destId="{E9799C23-5145-4B84-96D6-A22CD1FE9F8C}" srcOrd="0" destOrd="0" presId="urn:microsoft.com/office/officeart/2018/2/layout/IconVerticalSolidList"/>
    <dgm:cxn modelId="{23090CBB-1053-448C-BED6-09989D93241F}" srcId="{AD01F3CC-5F79-4F02-9B59-1E8C44813B8C}" destId="{FB824904-84F4-499D-B9AB-90FEB6F5E71A}" srcOrd="5" destOrd="0" parTransId="{8B9BCAC9-4795-4433-833A-804D64FCD8DB}" sibTransId="{59C56734-C59B-44A6-BB05-952D93AD5357}"/>
    <dgm:cxn modelId="{F8DA81CC-F532-45EA-AD0C-D55B123CEE27}" type="presOf" srcId="{33BF37D0-7183-418C-B275-0CD04FC2E3A5}" destId="{E39683D1-3CCB-4104-A85B-B3DD485A4778}" srcOrd="0" destOrd="0" presId="urn:microsoft.com/office/officeart/2018/2/layout/IconVerticalSolidList"/>
    <dgm:cxn modelId="{D73C82CC-5F73-485C-AC4D-343CAFDAC956}" type="presOf" srcId="{3F9D5285-2D73-400A-A340-89D072BE2E1D}" destId="{B63A20F4-2F79-44D1-853A-AD97B3B942EB}" srcOrd="0" destOrd="0" presId="urn:microsoft.com/office/officeart/2018/2/layout/IconVerticalSolidList"/>
    <dgm:cxn modelId="{DF0991CD-334A-4EC5-91EC-F032882ABD81}" srcId="{AD01F3CC-5F79-4F02-9B59-1E8C44813B8C}" destId="{18F7651B-1664-49C7-B15A-0966FA83D752}" srcOrd="1" destOrd="0" parTransId="{1E8A87F3-05C0-4114-802C-7706C2E08FAD}" sibTransId="{89C1C240-5B67-4851-B2A8-686AF15B1FCA}"/>
    <dgm:cxn modelId="{384F46F0-8C7E-40E1-BAA1-7CA73C775384}" type="presOf" srcId="{15248981-6AF9-4EE3-98EE-FA4D19BCCDDD}" destId="{4DB74CE2-24A5-4302-BC24-45EFCBF798FB}" srcOrd="0" destOrd="0" presId="urn:microsoft.com/office/officeart/2018/2/layout/IconVerticalSolidList"/>
    <dgm:cxn modelId="{9A235A52-C9D3-4A6C-A798-18FB67CFEEDE}" type="presParOf" srcId="{0B5C2FF9-158B-4B9A-A1F2-ECC781F0B22B}" destId="{E460587F-FF45-40C8-B581-47C804D2FF2F}" srcOrd="0" destOrd="0" presId="urn:microsoft.com/office/officeart/2018/2/layout/IconVerticalSolidList"/>
    <dgm:cxn modelId="{3E836D32-385C-4D28-8E66-A941E61591C3}" type="presParOf" srcId="{E460587F-FF45-40C8-B581-47C804D2FF2F}" destId="{0ADA036A-D8E9-4A55-8326-480B7F91780F}" srcOrd="0" destOrd="0" presId="urn:microsoft.com/office/officeart/2018/2/layout/IconVerticalSolidList"/>
    <dgm:cxn modelId="{10BED0F6-B7A8-4795-A961-779B7F4B9DD9}" type="presParOf" srcId="{E460587F-FF45-40C8-B581-47C804D2FF2F}" destId="{AD3564E1-5221-4975-9F54-0DA837D9231F}" srcOrd="1" destOrd="0" presId="urn:microsoft.com/office/officeart/2018/2/layout/IconVerticalSolidList"/>
    <dgm:cxn modelId="{9444662F-E24A-4230-89EF-441786CECA4B}" type="presParOf" srcId="{E460587F-FF45-40C8-B581-47C804D2FF2F}" destId="{AEE29C85-D9D2-45DB-9920-A6A7E4AE3B2A}" srcOrd="2" destOrd="0" presId="urn:microsoft.com/office/officeart/2018/2/layout/IconVerticalSolidList"/>
    <dgm:cxn modelId="{C386A66A-82C5-4BD8-A477-53EFD1A65096}" type="presParOf" srcId="{E460587F-FF45-40C8-B581-47C804D2FF2F}" destId="{4DB74CE2-24A5-4302-BC24-45EFCBF798FB}" srcOrd="3" destOrd="0" presId="urn:microsoft.com/office/officeart/2018/2/layout/IconVerticalSolidList"/>
    <dgm:cxn modelId="{0B44E7E7-E2A1-47DC-9BF7-F6CF54962646}" type="presParOf" srcId="{0B5C2FF9-158B-4B9A-A1F2-ECC781F0B22B}" destId="{85BBB67C-05E7-4268-B1B5-23988F9AFAF1}" srcOrd="1" destOrd="0" presId="urn:microsoft.com/office/officeart/2018/2/layout/IconVerticalSolidList"/>
    <dgm:cxn modelId="{1CBED900-E79B-4619-8489-3D151FEC5360}" type="presParOf" srcId="{0B5C2FF9-158B-4B9A-A1F2-ECC781F0B22B}" destId="{5521EE07-56AB-49A7-B750-6E67792EBB56}" srcOrd="2" destOrd="0" presId="urn:microsoft.com/office/officeart/2018/2/layout/IconVerticalSolidList"/>
    <dgm:cxn modelId="{E08D21CD-8D3F-4A95-8FB5-E4B99E786C36}" type="presParOf" srcId="{5521EE07-56AB-49A7-B750-6E67792EBB56}" destId="{2E59CEA2-4DCC-4AEA-B414-394FEA7AE022}" srcOrd="0" destOrd="0" presId="urn:microsoft.com/office/officeart/2018/2/layout/IconVerticalSolidList"/>
    <dgm:cxn modelId="{81D928E9-7455-460D-AA94-A887C89C8F44}" type="presParOf" srcId="{5521EE07-56AB-49A7-B750-6E67792EBB56}" destId="{52007F19-32D9-4972-98C9-A09C6C2BB36B}" srcOrd="1" destOrd="0" presId="urn:microsoft.com/office/officeart/2018/2/layout/IconVerticalSolidList"/>
    <dgm:cxn modelId="{03D5C8C7-662A-4555-B366-5E2826894539}" type="presParOf" srcId="{5521EE07-56AB-49A7-B750-6E67792EBB56}" destId="{0069992F-272E-4D78-8A72-39E0605AA9CA}" srcOrd="2" destOrd="0" presId="urn:microsoft.com/office/officeart/2018/2/layout/IconVerticalSolidList"/>
    <dgm:cxn modelId="{AD63653F-3D93-48B2-B3B2-266742D7F0A7}" type="presParOf" srcId="{5521EE07-56AB-49A7-B750-6E67792EBB56}" destId="{ADAC002A-A1DD-42F2-8718-9F13D0D8958E}" srcOrd="3" destOrd="0" presId="urn:microsoft.com/office/officeart/2018/2/layout/IconVerticalSolidList"/>
    <dgm:cxn modelId="{375475F9-3872-4F9E-B4A4-91C816851091}" type="presParOf" srcId="{0B5C2FF9-158B-4B9A-A1F2-ECC781F0B22B}" destId="{E2DB32B8-8672-4E03-B10E-E3AE070141E0}" srcOrd="3" destOrd="0" presId="urn:microsoft.com/office/officeart/2018/2/layout/IconVerticalSolidList"/>
    <dgm:cxn modelId="{9F4475E6-28DF-4D83-B9CB-1B996DC8909E}" type="presParOf" srcId="{0B5C2FF9-158B-4B9A-A1F2-ECC781F0B22B}" destId="{694A4633-9A72-41A8-AEAF-4CC870D5E096}" srcOrd="4" destOrd="0" presId="urn:microsoft.com/office/officeart/2018/2/layout/IconVerticalSolidList"/>
    <dgm:cxn modelId="{581F03CF-26C5-47D0-85BA-342ED41C1138}" type="presParOf" srcId="{694A4633-9A72-41A8-AEAF-4CC870D5E096}" destId="{B8789FF7-8F8C-4BFC-A97E-8065B85B7F77}" srcOrd="0" destOrd="0" presId="urn:microsoft.com/office/officeart/2018/2/layout/IconVerticalSolidList"/>
    <dgm:cxn modelId="{86FF7FC6-03F5-4089-AA95-801DADC0380F}" type="presParOf" srcId="{694A4633-9A72-41A8-AEAF-4CC870D5E096}" destId="{35CF6830-8B5C-4ACB-97C6-F163D83105A2}" srcOrd="1" destOrd="0" presId="urn:microsoft.com/office/officeart/2018/2/layout/IconVerticalSolidList"/>
    <dgm:cxn modelId="{991BE4C9-5C4C-4669-908C-9E367D44BBED}" type="presParOf" srcId="{694A4633-9A72-41A8-AEAF-4CC870D5E096}" destId="{3727EC9A-4555-4F6F-A239-46DA6EF49F55}" srcOrd="2" destOrd="0" presId="urn:microsoft.com/office/officeart/2018/2/layout/IconVerticalSolidList"/>
    <dgm:cxn modelId="{D2E9DA73-E7CE-4211-BEEE-99289087C11C}" type="presParOf" srcId="{694A4633-9A72-41A8-AEAF-4CC870D5E096}" destId="{0A33177A-4B29-4B42-86DF-DD4E40CBF4AB}" srcOrd="3" destOrd="0" presId="urn:microsoft.com/office/officeart/2018/2/layout/IconVerticalSolidList"/>
    <dgm:cxn modelId="{50F19779-7796-489A-85A3-8D8183393D21}" type="presParOf" srcId="{0B5C2FF9-158B-4B9A-A1F2-ECC781F0B22B}" destId="{35C9CA2E-C29D-4ED0-BCB4-A851C87AAA99}" srcOrd="5" destOrd="0" presId="urn:microsoft.com/office/officeart/2018/2/layout/IconVerticalSolidList"/>
    <dgm:cxn modelId="{0EF1EB56-FFD6-4BAB-A504-404C6AA5BFAF}" type="presParOf" srcId="{0B5C2FF9-158B-4B9A-A1F2-ECC781F0B22B}" destId="{741190CC-8887-4851-800E-DC7CE1BAC2E5}" srcOrd="6" destOrd="0" presId="urn:microsoft.com/office/officeart/2018/2/layout/IconVerticalSolidList"/>
    <dgm:cxn modelId="{5B25382E-4195-48BF-B4EC-D3025A97E7B5}" type="presParOf" srcId="{741190CC-8887-4851-800E-DC7CE1BAC2E5}" destId="{4E343221-8B4A-4352-BAF0-A1B198D7F9ED}" srcOrd="0" destOrd="0" presId="urn:microsoft.com/office/officeart/2018/2/layout/IconVerticalSolidList"/>
    <dgm:cxn modelId="{329D873F-70E1-4A59-BA96-A07390DA1C51}" type="presParOf" srcId="{741190CC-8887-4851-800E-DC7CE1BAC2E5}" destId="{BE0A3A43-36A1-46FB-8E25-EA4AD0044AA1}" srcOrd="1" destOrd="0" presId="urn:microsoft.com/office/officeart/2018/2/layout/IconVerticalSolidList"/>
    <dgm:cxn modelId="{993CC92C-EA85-4CCA-BBB1-64A8F80AEE16}" type="presParOf" srcId="{741190CC-8887-4851-800E-DC7CE1BAC2E5}" destId="{C510001B-AC72-43C1-9A15-114C907AA275}" srcOrd="2" destOrd="0" presId="urn:microsoft.com/office/officeart/2018/2/layout/IconVerticalSolidList"/>
    <dgm:cxn modelId="{D15BCFB9-B9F2-41B4-A899-F2F9B545412D}" type="presParOf" srcId="{741190CC-8887-4851-800E-DC7CE1BAC2E5}" destId="{E39683D1-3CCB-4104-A85B-B3DD485A4778}" srcOrd="3" destOrd="0" presId="urn:microsoft.com/office/officeart/2018/2/layout/IconVerticalSolidList"/>
    <dgm:cxn modelId="{6EBDA9B3-BCB0-4324-8C2A-0452FA4CDBD7}" type="presParOf" srcId="{0B5C2FF9-158B-4B9A-A1F2-ECC781F0B22B}" destId="{C3A0192E-C39D-4074-88BD-4838C1150C60}" srcOrd="7" destOrd="0" presId="urn:microsoft.com/office/officeart/2018/2/layout/IconVerticalSolidList"/>
    <dgm:cxn modelId="{72CF42CC-7FC8-4E1C-A3AD-212EC9447517}" type="presParOf" srcId="{0B5C2FF9-158B-4B9A-A1F2-ECC781F0B22B}" destId="{D14D1080-B894-4272-B279-D78E6707ADEE}" srcOrd="8" destOrd="0" presId="urn:microsoft.com/office/officeart/2018/2/layout/IconVerticalSolidList"/>
    <dgm:cxn modelId="{3AF5C32C-4C54-48B9-9667-249B31E4A6D1}" type="presParOf" srcId="{D14D1080-B894-4272-B279-D78E6707ADEE}" destId="{1E3155AF-0970-4DCE-96A3-7B223F8E9453}" srcOrd="0" destOrd="0" presId="urn:microsoft.com/office/officeart/2018/2/layout/IconVerticalSolidList"/>
    <dgm:cxn modelId="{570692B0-5062-4242-A937-B136DE500E18}" type="presParOf" srcId="{D14D1080-B894-4272-B279-D78E6707ADEE}" destId="{50BE9894-16B6-4B34-9CF7-65C53DE5F88C}" srcOrd="1" destOrd="0" presId="urn:microsoft.com/office/officeart/2018/2/layout/IconVerticalSolidList"/>
    <dgm:cxn modelId="{A5485149-B9A7-43FF-94D2-D97539FCE05B}" type="presParOf" srcId="{D14D1080-B894-4272-B279-D78E6707ADEE}" destId="{C2A67AA9-A650-4D0D-9761-6C6B81DFA3F4}" srcOrd="2" destOrd="0" presId="urn:microsoft.com/office/officeart/2018/2/layout/IconVerticalSolidList"/>
    <dgm:cxn modelId="{D0CE8C8F-38EA-4E84-9F5B-55AA5501D7F7}" type="presParOf" srcId="{D14D1080-B894-4272-B279-D78E6707ADEE}" destId="{B63A20F4-2F79-44D1-853A-AD97B3B942EB}" srcOrd="3" destOrd="0" presId="urn:microsoft.com/office/officeart/2018/2/layout/IconVerticalSolidList"/>
    <dgm:cxn modelId="{14B36B4A-C35C-40EF-A95B-48B184C8D5FF}" type="presParOf" srcId="{0B5C2FF9-158B-4B9A-A1F2-ECC781F0B22B}" destId="{59D9F2D2-4C2F-4BBE-80BE-88AFAB932E23}" srcOrd="9" destOrd="0" presId="urn:microsoft.com/office/officeart/2018/2/layout/IconVerticalSolidList"/>
    <dgm:cxn modelId="{402C7377-F0DE-4559-B96F-DA610DE767D0}" type="presParOf" srcId="{0B5C2FF9-158B-4B9A-A1F2-ECC781F0B22B}" destId="{7A07395B-4E59-4001-9167-A908815CC21E}" srcOrd="10" destOrd="0" presId="urn:microsoft.com/office/officeart/2018/2/layout/IconVerticalSolidList"/>
    <dgm:cxn modelId="{D5E7D7BA-8643-45BC-879D-010855E5ACE5}" type="presParOf" srcId="{7A07395B-4E59-4001-9167-A908815CC21E}" destId="{1C1A4153-8DE8-45B0-94EA-ABE8025DD6FF}" srcOrd="0" destOrd="0" presId="urn:microsoft.com/office/officeart/2018/2/layout/IconVerticalSolidList"/>
    <dgm:cxn modelId="{898A1696-55F2-43BA-BDAD-244C000F80CF}" type="presParOf" srcId="{7A07395B-4E59-4001-9167-A908815CC21E}" destId="{20E725A0-596E-4CD9-99EB-68BDE09F2C04}" srcOrd="1" destOrd="0" presId="urn:microsoft.com/office/officeart/2018/2/layout/IconVerticalSolidList"/>
    <dgm:cxn modelId="{EB21C6C4-E291-4792-B960-A59AF09F5D01}" type="presParOf" srcId="{7A07395B-4E59-4001-9167-A908815CC21E}" destId="{1680BF3A-CE6F-405B-93D7-59C18F2CE4BA}" srcOrd="2" destOrd="0" presId="urn:microsoft.com/office/officeart/2018/2/layout/IconVerticalSolidList"/>
    <dgm:cxn modelId="{33182221-1BF2-4D7A-9EA0-58D06F999280}" type="presParOf" srcId="{7A07395B-4E59-4001-9167-A908815CC21E}" destId="{E9799C23-5145-4B84-96D6-A22CD1FE9F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80C74B-6E77-4B0E-B8ED-0464557A6E8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1E5A36-1F16-4D69-8029-B318142D1522}">
      <dgm:prSet phldrT="[Text]" phldr="0"/>
      <dgm:spPr/>
      <dgm:t>
        <a:bodyPr/>
        <a:lstStyle/>
        <a:p>
          <a:r>
            <a:rPr lang="en-US" dirty="0"/>
            <a:t>Track how many candies are taken</a:t>
          </a:r>
        </a:p>
      </dgm:t>
    </dgm:pt>
    <dgm:pt modelId="{D099616E-17D4-4F34-B739-DE977ABA7A9E}" type="parTrans" cxnId="{B4DC6C1E-92B9-4FC0-A783-287CCC428DB2}">
      <dgm:prSet/>
      <dgm:spPr/>
      <dgm:t>
        <a:bodyPr/>
        <a:lstStyle/>
        <a:p>
          <a:endParaRPr lang="en-US"/>
        </a:p>
      </dgm:t>
    </dgm:pt>
    <dgm:pt modelId="{AD0AAF9B-78D0-43D8-93BC-6C6FD7F30D4C}" type="sibTrans" cxnId="{B4DC6C1E-92B9-4FC0-A783-287CCC428DB2}">
      <dgm:prSet/>
      <dgm:spPr/>
      <dgm:t>
        <a:bodyPr/>
        <a:lstStyle/>
        <a:p>
          <a:endParaRPr lang="en-US"/>
        </a:p>
      </dgm:t>
    </dgm:pt>
    <dgm:pt modelId="{553A989D-AD5C-415E-AE81-A09235094E20}">
      <dgm:prSet phldrT="[Text]" phldr="0"/>
      <dgm:spPr/>
      <dgm:t>
        <a:bodyPr/>
        <a:lstStyle/>
        <a:p>
          <a:r>
            <a:rPr lang="en-US" dirty="0"/>
            <a:t>Display live candy stock on admin page</a:t>
          </a:r>
        </a:p>
      </dgm:t>
    </dgm:pt>
    <dgm:pt modelId="{958561C0-1FF8-4D9F-A8C4-20624D3B8DA9}" type="parTrans" cxnId="{21EDE367-0236-4BBA-9F6A-CF28CB3ED062}">
      <dgm:prSet/>
      <dgm:spPr/>
      <dgm:t>
        <a:bodyPr/>
        <a:lstStyle/>
        <a:p>
          <a:endParaRPr lang="en-US"/>
        </a:p>
      </dgm:t>
    </dgm:pt>
    <dgm:pt modelId="{47B5E161-BA62-47B5-AD96-2C1D83F1F748}" type="sibTrans" cxnId="{21EDE367-0236-4BBA-9F6A-CF28CB3ED062}">
      <dgm:prSet/>
      <dgm:spPr/>
      <dgm:t>
        <a:bodyPr/>
        <a:lstStyle/>
        <a:p>
          <a:endParaRPr lang="en-US"/>
        </a:p>
      </dgm:t>
    </dgm:pt>
    <dgm:pt modelId="{70CE1029-515B-490F-8DF1-7E134D7B62B2}">
      <dgm:prSet phldrT="[Text]" phldr="0"/>
      <dgm:spPr/>
      <dgm:t>
        <a:bodyPr/>
        <a:lstStyle/>
        <a:p>
          <a:r>
            <a:rPr lang="en-US" dirty="0"/>
            <a:t>Separate admin and user pages		</a:t>
          </a:r>
        </a:p>
      </dgm:t>
    </dgm:pt>
    <dgm:pt modelId="{3D0B3E71-0067-4EE6-A6B2-B1E0A34F714C}" type="parTrans" cxnId="{C2A65941-3C85-402A-B69F-EC8213E798C1}">
      <dgm:prSet/>
      <dgm:spPr/>
      <dgm:t>
        <a:bodyPr/>
        <a:lstStyle/>
        <a:p>
          <a:endParaRPr lang="en-US"/>
        </a:p>
      </dgm:t>
    </dgm:pt>
    <dgm:pt modelId="{2ECA97B4-F2CE-454E-B402-4EEFEBBAAD6D}" type="sibTrans" cxnId="{C2A65941-3C85-402A-B69F-EC8213E798C1}">
      <dgm:prSet/>
      <dgm:spPr/>
      <dgm:t>
        <a:bodyPr/>
        <a:lstStyle/>
        <a:p>
          <a:endParaRPr lang="en-US"/>
        </a:p>
      </dgm:t>
    </dgm:pt>
    <dgm:pt modelId="{9E8182FC-C080-490A-B9C6-B6497E42941C}">
      <dgm:prSet/>
      <dgm:spPr/>
      <dgm:t>
        <a:bodyPr/>
        <a:lstStyle/>
        <a:p>
          <a:r>
            <a:rPr lang="en-US" dirty="0"/>
            <a:t>Smooth UI with Halloween theme</a:t>
          </a:r>
        </a:p>
      </dgm:t>
    </dgm:pt>
    <dgm:pt modelId="{069E293E-878D-493B-A20D-7485F4A8C034}" type="parTrans" cxnId="{3ABFB8E2-D863-4E1C-B58D-D18936DEE38D}">
      <dgm:prSet/>
      <dgm:spPr/>
      <dgm:t>
        <a:bodyPr/>
        <a:lstStyle/>
        <a:p>
          <a:endParaRPr lang="en-US"/>
        </a:p>
      </dgm:t>
    </dgm:pt>
    <dgm:pt modelId="{0B6C54D1-903F-40BC-A5B8-45050C75A0BA}" type="sibTrans" cxnId="{3ABFB8E2-D863-4E1C-B58D-D18936DEE38D}">
      <dgm:prSet/>
      <dgm:spPr/>
      <dgm:t>
        <a:bodyPr/>
        <a:lstStyle/>
        <a:p>
          <a:endParaRPr lang="en-US"/>
        </a:p>
      </dgm:t>
    </dgm:pt>
    <dgm:pt modelId="{427D013B-E7FE-4CE4-9264-46272F570BF7}">
      <dgm:prSet/>
      <dgm:spPr/>
      <dgm:t>
        <a:bodyPr/>
        <a:lstStyle/>
        <a:p>
          <a:r>
            <a:rPr lang="en-US" dirty="0"/>
            <a:t>Real time backend updates using Flask</a:t>
          </a:r>
        </a:p>
      </dgm:t>
    </dgm:pt>
    <dgm:pt modelId="{67E43B62-8F83-41BA-8FD9-1BD9894DA0E0}" type="parTrans" cxnId="{9AE45B31-F8D7-4980-B4A8-DD9A1306F62B}">
      <dgm:prSet/>
      <dgm:spPr/>
      <dgm:t>
        <a:bodyPr/>
        <a:lstStyle/>
        <a:p>
          <a:endParaRPr lang="en-US"/>
        </a:p>
      </dgm:t>
    </dgm:pt>
    <dgm:pt modelId="{2DF7C91E-F4F8-41CA-B138-B7AB17C52BCD}" type="sibTrans" cxnId="{9AE45B31-F8D7-4980-B4A8-DD9A1306F62B}">
      <dgm:prSet/>
      <dgm:spPr/>
      <dgm:t>
        <a:bodyPr/>
        <a:lstStyle/>
        <a:p>
          <a:endParaRPr lang="en-US"/>
        </a:p>
      </dgm:t>
    </dgm:pt>
    <dgm:pt modelId="{1F81692A-0E19-406E-BF8A-17F2C9F18A7D}" type="pres">
      <dgm:prSet presAssocID="{A280C74B-6E77-4B0E-B8ED-0464557A6E8F}" presName="linearFlow" presStyleCnt="0">
        <dgm:presLayoutVars>
          <dgm:dir/>
          <dgm:resizeHandles val="exact"/>
        </dgm:presLayoutVars>
      </dgm:prSet>
      <dgm:spPr/>
    </dgm:pt>
    <dgm:pt modelId="{CEA124EF-E3FD-4DCB-894C-53FFB3DDAC82}" type="pres">
      <dgm:prSet presAssocID="{571E5A36-1F16-4D69-8029-B318142D1522}" presName="composite" presStyleCnt="0"/>
      <dgm:spPr/>
    </dgm:pt>
    <dgm:pt modelId="{BBA89CDA-684B-4D7C-9146-E7D8E60ADA6A}" type="pres">
      <dgm:prSet presAssocID="{571E5A36-1F16-4D69-8029-B318142D1522}" presName="imgShp" presStyleLbl="fgImgPlace1" presStyleIdx="0" presStyleCnt="5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</dgm:pt>
    <dgm:pt modelId="{74DC0440-1F62-48FF-82F8-005A4FC3AEDA}" type="pres">
      <dgm:prSet presAssocID="{571E5A36-1F16-4D69-8029-B318142D1522}" presName="txShp" presStyleLbl="node1" presStyleIdx="0" presStyleCnt="5">
        <dgm:presLayoutVars>
          <dgm:bulletEnabled val="1"/>
        </dgm:presLayoutVars>
      </dgm:prSet>
      <dgm:spPr/>
    </dgm:pt>
    <dgm:pt modelId="{CB94CF97-D577-49D0-9C55-7A046EEA427F}" type="pres">
      <dgm:prSet presAssocID="{AD0AAF9B-78D0-43D8-93BC-6C6FD7F30D4C}" presName="spacing" presStyleCnt="0"/>
      <dgm:spPr/>
    </dgm:pt>
    <dgm:pt modelId="{64A9BA6D-1DAB-4269-806A-A77D232FFDA8}" type="pres">
      <dgm:prSet presAssocID="{553A989D-AD5C-415E-AE81-A09235094E20}" presName="composite" presStyleCnt="0"/>
      <dgm:spPr/>
    </dgm:pt>
    <dgm:pt modelId="{E1F7C668-557F-4896-B861-FEC7CFC5C170}" type="pres">
      <dgm:prSet presAssocID="{553A989D-AD5C-415E-AE81-A09235094E20}" presName="imgShp" presStyleLbl="fgImgPlace1" presStyleIdx="1" presStyleCnt="5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C84ADBE-EC35-46AC-9B62-49B6875B8F34}" type="pres">
      <dgm:prSet presAssocID="{553A989D-AD5C-415E-AE81-A09235094E20}" presName="txShp" presStyleLbl="node1" presStyleIdx="1" presStyleCnt="5">
        <dgm:presLayoutVars>
          <dgm:bulletEnabled val="1"/>
        </dgm:presLayoutVars>
      </dgm:prSet>
      <dgm:spPr/>
    </dgm:pt>
    <dgm:pt modelId="{AED9367A-C9A7-4659-8BA7-C5DDEDEF6149}" type="pres">
      <dgm:prSet presAssocID="{47B5E161-BA62-47B5-AD96-2C1D83F1F748}" presName="spacing" presStyleCnt="0"/>
      <dgm:spPr/>
    </dgm:pt>
    <dgm:pt modelId="{1F83F4A9-4CD1-43FF-9B95-3027D76CC95A}" type="pres">
      <dgm:prSet presAssocID="{70CE1029-515B-490F-8DF1-7E134D7B62B2}" presName="composite" presStyleCnt="0"/>
      <dgm:spPr/>
    </dgm:pt>
    <dgm:pt modelId="{EF7B5A98-3828-4963-ABE0-E085575B3196}" type="pres">
      <dgm:prSet presAssocID="{70CE1029-515B-490F-8DF1-7E134D7B62B2}" presName="imgShp" presStyleLbl="fgImgPlace1" presStyleIdx="2" presStyleCnt="5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68348F9F-34A5-41A6-98F0-3BA7B3C57BDD}" type="pres">
      <dgm:prSet presAssocID="{70CE1029-515B-490F-8DF1-7E134D7B62B2}" presName="txShp" presStyleLbl="node1" presStyleIdx="2" presStyleCnt="5">
        <dgm:presLayoutVars>
          <dgm:bulletEnabled val="1"/>
        </dgm:presLayoutVars>
      </dgm:prSet>
      <dgm:spPr/>
    </dgm:pt>
    <dgm:pt modelId="{302BD8B3-7E2D-47B9-A9B9-F4975A427D07}" type="pres">
      <dgm:prSet presAssocID="{2ECA97B4-F2CE-454E-B402-4EEFEBBAAD6D}" presName="spacing" presStyleCnt="0"/>
      <dgm:spPr/>
    </dgm:pt>
    <dgm:pt modelId="{4818DEBD-1D45-49C3-A476-F2868634E9FF}" type="pres">
      <dgm:prSet presAssocID="{9E8182FC-C080-490A-B9C6-B6497E42941C}" presName="composite" presStyleCnt="0"/>
      <dgm:spPr/>
    </dgm:pt>
    <dgm:pt modelId="{13A302F0-A633-4DDC-95F9-7EC22A61DFF2}" type="pres">
      <dgm:prSet presAssocID="{9E8182FC-C080-490A-B9C6-B6497E42941C}" presName="imgShp" presStyleLbl="fgImgPlace1" presStyleIdx="3" presStyleCnt="5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88F4B23C-6930-4B7F-9B56-1EABAF2B60DC}" type="pres">
      <dgm:prSet presAssocID="{9E8182FC-C080-490A-B9C6-B6497E42941C}" presName="txShp" presStyleLbl="node1" presStyleIdx="3" presStyleCnt="5">
        <dgm:presLayoutVars>
          <dgm:bulletEnabled val="1"/>
        </dgm:presLayoutVars>
      </dgm:prSet>
      <dgm:spPr/>
    </dgm:pt>
    <dgm:pt modelId="{680AE537-56E5-481E-B487-A83279832E08}" type="pres">
      <dgm:prSet presAssocID="{0B6C54D1-903F-40BC-A5B8-45050C75A0BA}" presName="spacing" presStyleCnt="0"/>
      <dgm:spPr/>
    </dgm:pt>
    <dgm:pt modelId="{05317E8D-BF93-47CF-BB0D-0E0ACEC3C7C1}" type="pres">
      <dgm:prSet presAssocID="{427D013B-E7FE-4CE4-9264-46272F570BF7}" presName="composite" presStyleCnt="0"/>
      <dgm:spPr/>
    </dgm:pt>
    <dgm:pt modelId="{82AE5F2E-291B-4C1D-9438-A5E07983A4F7}" type="pres">
      <dgm:prSet presAssocID="{427D013B-E7FE-4CE4-9264-46272F570BF7}" presName="imgShp" presStyleLbl="fgImgPlace1" presStyleIdx="4" presStyleCnt="5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E02C1169-AF27-4086-B1F9-A0CF78193AB4}" type="pres">
      <dgm:prSet presAssocID="{427D013B-E7FE-4CE4-9264-46272F570BF7}" presName="txShp" presStyleLbl="node1" presStyleIdx="4" presStyleCnt="5">
        <dgm:presLayoutVars>
          <dgm:bulletEnabled val="1"/>
        </dgm:presLayoutVars>
      </dgm:prSet>
      <dgm:spPr/>
    </dgm:pt>
  </dgm:ptLst>
  <dgm:cxnLst>
    <dgm:cxn modelId="{B4DC6C1E-92B9-4FC0-A783-287CCC428DB2}" srcId="{A280C74B-6E77-4B0E-B8ED-0464557A6E8F}" destId="{571E5A36-1F16-4D69-8029-B318142D1522}" srcOrd="0" destOrd="0" parTransId="{D099616E-17D4-4F34-B739-DE977ABA7A9E}" sibTransId="{AD0AAF9B-78D0-43D8-93BC-6C6FD7F30D4C}"/>
    <dgm:cxn modelId="{86441A2C-01FD-4CC8-A9D3-BEF5DB6C0AEC}" type="presOf" srcId="{553A989D-AD5C-415E-AE81-A09235094E20}" destId="{4C84ADBE-EC35-46AC-9B62-49B6875B8F34}" srcOrd="0" destOrd="0" presId="urn:microsoft.com/office/officeart/2005/8/layout/vList3"/>
    <dgm:cxn modelId="{9AE45B31-F8D7-4980-B4A8-DD9A1306F62B}" srcId="{A280C74B-6E77-4B0E-B8ED-0464557A6E8F}" destId="{427D013B-E7FE-4CE4-9264-46272F570BF7}" srcOrd="4" destOrd="0" parTransId="{67E43B62-8F83-41BA-8FD9-1BD9894DA0E0}" sibTransId="{2DF7C91E-F4F8-41CA-B138-B7AB17C52BCD}"/>
    <dgm:cxn modelId="{FA67C25B-9279-4DE4-BC24-B1D2BC5B3B16}" type="presOf" srcId="{A280C74B-6E77-4B0E-B8ED-0464557A6E8F}" destId="{1F81692A-0E19-406E-BF8A-17F2C9F18A7D}" srcOrd="0" destOrd="0" presId="urn:microsoft.com/office/officeart/2005/8/layout/vList3"/>
    <dgm:cxn modelId="{C2A65941-3C85-402A-B69F-EC8213E798C1}" srcId="{A280C74B-6E77-4B0E-B8ED-0464557A6E8F}" destId="{70CE1029-515B-490F-8DF1-7E134D7B62B2}" srcOrd="2" destOrd="0" parTransId="{3D0B3E71-0067-4EE6-A6B2-B1E0A34F714C}" sibTransId="{2ECA97B4-F2CE-454E-B402-4EEFEBBAAD6D}"/>
    <dgm:cxn modelId="{21EDE367-0236-4BBA-9F6A-CF28CB3ED062}" srcId="{A280C74B-6E77-4B0E-B8ED-0464557A6E8F}" destId="{553A989D-AD5C-415E-AE81-A09235094E20}" srcOrd="1" destOrd="0" parTransId="{958561C0-1FF8-4D9F-A8C4-20624D3B8DA9}" sibTransId="{47B5E161-BA62-47B5-AD96-2C1D83F1F748}"/>
    <dgm:cxn modelId="{C2ADFC8F-E46A-40F0-9D54-19DD492F6918}" type="presOf" srcId="{571E5A36-1F16-4D69-8029-B318142D1522}" destId="{74DC0440-1F62-48FF-82F8-005A4FC3AEDA}" srcOrd="0" destOrd="0" presId="urn:microsoft.com/office/officeart/2005/8/layout/vList3"/>
    <dgm:cxn modelId="{8CB0DF92-3B6A-4523-84A3-94C6946F7AD4}" type="presOf" srcId="{9E8182FC-C080-490A-B9C6-B6497E42941C}" destId="{88F4B23C-6930-4B7F-9B56-1EABAF2B60DC}" srcOrd="0" destOrd="0" presId="urn:microsoft.com/office/officeart/2005/8/layout/vList3"/>
    <dgm:cxn modelId="{0643DE9B-E227-48F9-BA3D-4AD801CF4E65}" type="presOf" srcId="{70CE1029-515B-490F-8DF1-7E134D7B62B2}" destId="{68348F9F-34A5-41A6-98F0-3BA7B3C57BDD}" srcOrd="0" destOrd="0" presId="urn:microsoft.com/office/officeart/2005/8/layout/vList3"/>
    <dgm:cxn modelId="{80BEBFA9-0F47-4545-89C8-84AA9F8C6DF6}" type="presOf" srcId="{427D013B-E7FE-4CE4-9264-46272F570BF7}" destId="{E02C1169-AF27-4086-B1F9-A0CF78193AB4}" srcOrd="0" destOrd="0" presId="urn:microsoft.com/office/officeart/2005/8/layout/vList3"/>
    <dgm:cxn modelId="{3ABFB8E2-D863-4E1C-B58D-D18936DEE38D}" srcId="{A280C74B-6E77-4B0E-B8ED-0464557A6E8F}" destId="{9E8182FC-C080-490A-B9C6-B6497E42941C}" srcOrd="3" destOrd="0" parTransId="{069E293E-878D-493B-A20D-7485F4A8C034}" sibTransId="{0B6C54D1-903F-40BC-A5B8-45050C75A0BA}"/>
    <dgm:cxn modelId="{8F5481E2-5917-4595-BC2E-7BA62D372DC3}" type="presParOf" srcId="{1F81692A-0E19-406E-BF8A-17F2C9F18A7D}" destId="{CEA124EF-E3FD-4DCB-894C-53FFB3DDAC82}" srcOrd="0" destOrd="0" presId="urn:microsoft.com/office/officeart/2005/8/layout/vList3"/>
    <dgm:cxn modelId="{703768B6-4204-46E0-BA2F-20A62A649772}" type="presParOf" srcId="{CEA124EF-E3FD-4DCB-894C-53FFB3DDAC82}" destId="{BBA89CDA-684B-4D7C-9146-E7D8E60ADA6A}" srcOrd="0" destOrd="0" presId="urn:microsoft.com/office/officeart/2005/8/layout/vList3"/>
    <dgm:cxn modelId="{33E3AA0B-2D0E-4718-8FC1-2F605DF5FC22}" type="presParOf" srcId="{CEA124EF-E3FD-4DCB-894C-53FFB3DDAC82}" destId="{74DC0440-1F62-48FF-82F8-005A4FC3AEDA}" srcOrd="1" destOrd="0" presId="urn:microsoft.com/office/officeart/2005/8/layout/vList3"/>
    <dgm:cxn modelId="{8ADF0C4E-91DF-4A38-91AF-DBD0117E0A80}" type="presParOf" srcId="{1F81692A-0E19-406E-BF8A-17F2C9F18A7D}" destId="{CB94CF97-D577-49D0-9C55-7A046EEA427F}" srcOrd="1" destOrd="0" presId="urn:microsoft.com/office/officeart/2005/8/layout/vList3"/>
    <dgm:cxn modelId="{A8248ED8-3039-4B80-B09E-205B4FCC902F}" type="presParOf" srcId="{1F81692A-0E19-406E-BF8A-17F2C9F18A7D}" destId="{64A9BA6D-1DAB-4269-806A-A77D232FFDA8}" srcOrd="2" destOrd="0" presId="urn:microsoft.com/office/officeart/2005/8/layout/vList3"/>
    <dgm:cxn modelId="{2BE26895-7D69-437E-B07B-0507F55B4B2F}" type="presParOf" srcId="{64A9BA6D-1DAB-4269-806A-A77D232FFDA8}" destId="{E1F7C668-557F-4896-B861-FEC7CFC5C170}" srcOrd="0" destOrd="0" presId="urn:microsoft.com/office/officeart/2005/8/layout/vList3"/>
    <dgm:cxn modelId="{6DC0D439-905E-4728-B545-02A5D1EF3C1F}" type="presParOf" srcId="{64A9BA6D-1DAB-4269-806A-A77D232FFDA8}" destId="{4C84ADBE-EC35-46AC-9B62-49B6875B8F34}" srcOrd="1" destOrd="0" presId="urn:microsoft.com/office/officeart/2005/8/layout/vList3"/>
    <dgm:cxn modelId="{7102BA95-DF79-4725-B001-DDEC689A242E}" type="presParOf" srcId="{1F81692A-0E19-406E-BF8A-17F2C9F18A7D}" destId="{AED9367A-C9A7-4659-8BA7-C5DDEDEF6149}" srcOrd="3" destOrd="0" presId="urn:microsoft.com/office/officeart/2005/8/layout/vList3"/>
    <dgm:cxn modelId="{FB797663-FCA1-4169-8ADF-E65C75D3F781}" type="presParOf" srcId="{1F81692A-0E19-406E-BF8A-17F2C9F18A7D}" destId="{1F83F4A9-4CD1-43FF-9B95-3027D76CC95A}" srcOrd="4" destOrd="0" presId="urn:microsoft.com/office/officeart/2005/8/layout/vList3"/>
    <dgm:cxn modelId="{096B04FE-F935-4EC5-8914-FB26EB30BC16}" type="presParOf" srcId="{1F83F4A9-4CD1-43FF-9B95-3027D76CC95A}" destId="{EF7B5A98-3828-4963-ABE0-E085575B3196}" srcOrd="0" destOrd="0" presId="urn:microsoft.com/office/officeart/2005/8/layout/vList3"/>
    <dgm:cxn modelId="{42167DA4-59A6-4F4B-BA6D-7BAA5E2E1E25}" type="presParOf" srcId="{1F83F4A9-4CD1-43FF-9B95-3027D76CC95A}" destId="{68348F9F-34A5-41A6-98F0-3BA7B3C57BDD}" srcOrd="1" destOrd="0" presId="urn:microsoft.com/office/officeart/2005/8/layout/vList3"/>
    <dgm:cxn modelId="{F2836AC3-DCF6-49F8-AA96-9EBADFF012E6}" type="presParOf" srcId="{1F81692A-0E19-406E-BF8A-17F2C9F18A7D}" destId="{302BD8B3-7E2D-47B9-A9B9-F4975A427D07}" srcOrd="5" destOrd="0" presId="urn:microsoft.com/office/officeart/2005/8/layout/vList3"/>
    <dgm:cxn modelId="{F3040760-11A6-45FB-9D86-AF127663C758}" type="presParOf" srcId="{1F81692A-0E19-406E-BF8A-17F2C9F18A7D}" destId="{4818DEBD-1D45-49C3-A476-F2868634E9FF}" srcOrd="6" destOrd="0" presId="urn:microsoft.com/office/officeart/2005/8/layout/vList3"/>
    <dgm:cxn modelId="{64033AB7-BD65-4CC6-BF81-030549B72B12}" type="presParOf" srcId="{4818DEBD-1D45-49C3-A476-F2868634E9FF}" destId="{13A302F0-A633-4DDC-95F9-7EC22A61DFF2}" srcOrd="0" destOrd="0" presId="urn:microsoft.com/office/officeart/2005/8/layout/vList3"/>
    <dgm:cxn modelId="{EB3EF2D1-16ED-45F9-96E3-711514F6DF2D}" type="presParOf" srcId="{4818DEBD-1D45-49C3-A476-F2868634E9FF}" destId="{88F4B23C-6930-4B7F-9B56-1EABAF2B60DC}" srcOrd="1" destOrd="0" presId="urn:microsoft.com/office/officeart/2005/8/layout/vList3"/>
    <dgm:cxn modelId="{9C272DAB-5265-421C-B1E7-6E632271FCEA}" type="presParOf" srcId="{1F81692A-0E19-406E-BF8A-17F2C9F18A7D}" destId="{680AE537-56E5-481E-B487-A83279832E08}" srcOrd="7" destOrd="0" presId="urn:microsoft.com/office/officeart/2005/8/layout/vList3"/>
    <dgm:cxn modelId="{A56AAF6E-F606-4848-B8E2-D79203FA4F28}" type="presParOf" srcId="{1F81692A-0E19-406E-BF8A-17F2C9F18A7D}" destId="{05317E8D-BF93-47CF-BB0D-0E0ACEC3C7C1}" srcOrd="8" destOrd="0" presId="urn:microsoft.com/office/officeart/2005/8/layout/vList3"/>
    <dgm:cxn modelId="{56FB65A4-88FE-49BC-B5E9-6825F21AE660}" type="presParOf" srcId="{05317E8D-BF93-47CF-BB0D-0E0ACEC3C7C1}" destId="{82AE5F2E-291B-4C1D-9438-A5E07983A4F7}" srcOrd="0" destOrd="0" presId="urn:microsoft.com/office/officeart/2005/8/layout/vList3"/>
    <dgm:cxn modelId="{A4187D2C-1EC2-485D-B700-436A63E97804}" type="presParOf" srcId="{05317E8D-BF93-47CF-BB0D-0E0ACEC3C7C1}" destId="{E02C1169-AF27-4086-B1F9-A0CF78193AB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90FA9E-94FE-4FFA-8B2D-B958CCFA519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AB16A7-F46E-4C33-87D6-F666226F5F9C}">
      <dgm:prSet/>
      <dgm:spPr/>
      <dgm:t>
        <a:bodyPr/>
        <a:lstStyle/>
        <a:p>
          <a:r>
            <a:rPr lang="en-US" b="0" i="0" baseline="0"/>
            <a:t>Inventory systems in small stores 🏪</a:t>
          </a:r>
          <a:endParaRPr lang="en-US"/>
        </a:p>
      </dgm:t>
    </dgm:pt>
    <dgm:pt modelId="{9A8099A6-FBE8-483B-8CAD-D115330B2632}" type="parTrans" cxnId="{C35673C8-1D44-488D-8CCC-0FB4EB91566D}">
      <dgm:prSet/>
      <dgm:spPr/>
      <dgm:t>
        <a:bodyPr/>
        <a:lstStyle/>
        <a:p>
          <a:endParaRPr lang="en-US"/>
        </a:p>
      </dgm:t>
    </dgm:pt>
    <dgm:pt modelId="{0DA7079C-6E3A-404A-952E-9284DCAFF087}" type="sibTrans" cxnId="{C35673C8-1D44-488D-8CCC-0FB4EB91566D}">
      <dgm:prSet/>
      <dgm:spPr/>
      <dgm:t>
        <a:bodyPr/>
        <a:lstStyle/>
        <a:p>
          <a:endParaRPr lang="en-US"/>
        </a:p>
      </dgm:t>
    </dgm:pt>
    <dgm:pt modelId="{E7212631-1E37-4A48-B39E-AA604A8B619C}">
      <dgm:prSet/>
      <dgm:spPr/>
      <dgm:t>
        <a:bodyPr/>
        <a:lstStyle/>
        <a:p>
          <a:r>
            <a:rPr lang="en-US" b="0" i="0" baseline="0"/>
            <a:t>POS (Point-of-Sale) systems in restaurants 🍔</a:t>
          </a:r>
          <a:endParaRPr lang="en-US"/>
        </a:p>
      </dgm:t>
    </dgm:pt>
    <dgm:pt modelId="{D1962831-F81C-4766-9A6B-9D416E95A80F}" type="parTrans" cxnId="{9910D54E-5FE4-4083-8D25-334F1CA2C9FE}">
      <dgm:prSet/>
      <dgm:spPr/>
      <dgm:t>
        <a:bodyPr/>
        <a:lstStyle/>
        <a:p>
          <a:endParaRPr lang="en-US"/>
        </a:p>
      </dgm:t>
    </dgm:pt>
    <dgm:pt modelId="{AC5E44B4-6A48-4FE1-B7F3-E81191985C34}" type="sibTrans" cxnId="{9910D54E-5FE4-4083-8D25-334F1CA2C9FE}">
      <dgm:prSet/>
      <dgm:spPr/>
      <dgm:t>
        <a:bodyPr/>
        <a:lstStyle/>
        <a:p>
          <a:endParaRPr lang="en-US"/>
        </a:p>
      </dgm:t>
    </dgm:pt>
    <dgm:pt modelId="{98C744D7-A27C-44E8-90F3-88E84DFC30AF}">
      <dgm:prSet/>
      <dgm:spPr/>
      <dgm:t>
        <a:bodyPr/>
        <a:lstStyle/>
        <a:p>
          <a:r>
            <a:rPr lang="en-US" b="0" i="0" baseline="0"/>
            <a:t>Event giveaway trackers 🎟️</a:t>
          </a:r>
          <a:endParaRPr lang="en-US"/>
        </a:p>
      </dgm:t>
    </dgm:pt>
    <dgm:pt modelId="{09692503-61C3-4D59-9A72-EBD1E17FFDAD}" type="parTrans" cxnId="{21F3163A-9B27-430B-83AA-4B74ECC520D4}">
      <dgm:prSet/>
      <dgm:spPr/>
      <dgm:t>
        <a:bodyPr/>
        <a:lstStyle/>
        <a:p>
          <a:endParaRPr lang="en-US"/>
        </a:p>
      </dgm:t>
    </dgm:pt>
    <dgm:pt modelId="{47D9AF39-5964-4886-B0EE-21ADAFD1D44A}" type="sibTrans" cxnId="{21F3163A-9B27-430B-83AA-4B74ECC520D4}">
      <dgm:prSet/>
      <dgm:spPr/>
      <dgm:t>
        <a:bodyPr/>
        <a:lstStyle/>
        <a:p>
          <a:endParaRPr lang="en-US"/>
        </a:p>
      </dgm:t>
    </dgm:pt>
    <dgm:pt modelId="{962D124A-3698-460F-8EFD-4786D888F0AA}" type="pres">
      <dgm:prSet presAssocID="{1190FA9E-94FE-4FFA-8B2D-B958CCFA519E}" presName="root" presStyleCnt="0">
        <dgm:presLayoutVars>
          <dgm:dir/>
          <dgm:resizeHandles val="exact"/>
        </dgm:presLayoutVars>
      </dgm:prSet>
      <dgm:spPr/>
    </dgm:pt>
    <dgm:pt modelId="{06FE0615-5EFA-4FBC-8965-A0741CA295D6}" type="pres">
      <dgm:prSet presAssocID="{D9AB16A7-F46E-4C33-87D6-F666226F5F9C}" presName="compNode" presStyleCnt="0"/>
      <dgm:spPr/>
    </dgm:pt>
    <dgm:pt modelId="{8FA6B39A-E5D4-4C47-A7E0-334ACC55D37D}" type="pres">
      <dgm:prSet presAssocID="{D9AB16A7-F46E-4C33-87D6-F666226F5F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72B3F1FA-4FAF-4D28-A47A-B83E448C5211}" type="pres">
      <dgm:prSet presAssocID="{D9AB16A7-F46E-4C33-87D6-F666226F5F9C}" presName="spaceRect" presStyleCnt="0"/>
      <dgm:spPr/>
    </dgm:pt>
    <dgm:pt modelId="{22C04E5B-46DE-4B49-B32F-FF80E791E91B}" type="pres">
      <dgm:prSet presAssocID="{D9AB16A7-F46E-4C33-87D6-F666226F5F9C}" presName="textRect" presStyleLbl="revTx" presStyleIdx="0" presStyleCnt="3">
        <dgm:presLayoutVars>
          <dgm:chMax val="1"/>
          <dgm:chPref val="1"/>
        </dgm:presLayoutVars>
      </dgm:prSet>
      <dgm:spPr/>
    </dgm:pt>
    <dgm:pt modelId="{B1208352-B56E-4152-B19E-5AD56E80D5E5}" type="pres">
      <dgm:prSet presAssocID="{0DA7079C-6E3A-404A-952E-9284DCAFF087}" presName="sibTrans" presStyleCnt="0"/>
      <dgm:spPr/>
    </dgm:pt>
    <dgm:pt modelId="{96B76FC0-5AF3-4021-8F35-2F3DA3CE4072}" type="pres">
      <dgm:prSet presAssocID="{E7212631-1E37-4A48-B39E-AA604A8B619C}" presName="compNode" presStyleCnt="0"/>
      <dgm:spPr/>
    </dgm:pt>
    <dgm:pt modelId="{2F17810B-C817-48D6-9765-F8C6495B1C59}" type="pres">
      <dgm:prSet presAssocID="{E7212631-1E37-4A48-B39E-AA604A8B61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D5E16D1-304E-40F0-B134-8806D56E5CB2}" type="pres">
      <dgm:prSet presAssocID="{E7212631-1E37-4A48-B39E-AA604A8B619C}" presName="spaceRect" presStyleCnt="0"/>
      <dgm:spPr/>
    </dgm:pt>
    <dgm:pt modelId="{BA47BB93-CB6F-47FB-87FD-35DC56BDDBC7}" type="pres">
      <dgm:prSet presAssocID="{E7212631-1E37-4A48-B39E-AA604A8B619C}" presName="textRect" presStyleLbl="revTx" presStyleIdx="1" presStyleCnt="3">
        <dgm:presLayoutVars>
          <dgm:chMax val="1"/>
          <dgm:chPref val="1"/>
        </dgm:presLayoutVars>
      </dgm:prSet>
      <dgm:spPr/>
    </dgm:pt>
    <dgm:pt modelId="{CA95EA50-9973-4DC9-9029-21963EE22E88}" type="pres">
      <dgm:prSet presAssocID="{AC5E44B4-6A48-4FE1-B7F3-E81191985C34}" presName="sibTrans" presStyleCnt="0"/>
      <dgm:spPr/>
    </dgm:pt>
    <dgm:pt modelId="{384DD400-64B3-4208-9457-83DB49990B1B}" type="pres">
      <dgm:prSet presAssocID="{98C744D7-A27C-44E8-90F3-88E84DFC30AF}" presName="compNode" presStyleCnt="0"/>
      <dgm:spPr/>
    </dgm:pt>
    <dgm:pt modelId="{8001041F-32EC-4BD7-98DD-B200F3C9DC8F}" type="pres">
      <dgm:prSet presAssocID="{98C744D7-A27C-44E8-90F3-88E84DFC30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CFFC03B-4EAD-4E48-A23D-FF6957044093}" type="pres">
      <dgm:prSet presAssocID="{98C744D7-A27C-44E8-90F3-88E84DFC30AF}" presName="spaceRect" presStyleCnt="0"/>
      <dgm:spPr/>
    </dgm:pt>
    <dgm:pt modelId="{163184C9-8EE8-4B6B-B914-5FD1E098F47A}" type="pres">
      <dgm:prSet presAssocID="{98C744D7-A27C-44E8-90F3-88E84DFC30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DB0E438-276F-4B4A-8AD7-74486342E680}" type="presOf" srcId="{E7212631-1E37-4A48-B39E-AA604A8B619C}" destId="{BA47BB93-CB6F-47FB-87FD-35DC56BDDBC7}" srcOrd="0" destOrd="0" presId="urn:microsoft.com/office/officeart/2018/2/layout/IconLabelList"/>
    <dgm:cxn modelId="{21F3163A-9B27-430B-83AA-4B74ECC520D4}" srcId="{1190FA9E-94FE-4FFA-8B2D-B958CCFA519E}" destId="{98C744D7-A27C-44E8-90F3-88E84DFC30AF}" srcOrd="2" destOrd="0" parTransId="{09692503-61C3-4D59-9A72-EBD1E17FFDAD}" sibTransId="{47D9AF39-5964-4886-B0EE-21ADAFD1D44A}"/>
    <dgm:cxn modelId="{89033561-3B15-4A20-9457-76DADF7E9CFF}" type="presOf" srcId="{98C744D7-A27C-44E8-90F3-88E84DFC30AF}" destId="{163184C9-8EE8-4B6B-B914-5FD1E098F47A}" srcOrd="0" destOrd="0" presId="urn:microsoft.com/office/officeart/2018/2/layout/IconLabelList"/>
    <dgm:cxn modelId="{9910D54E-5FE4-4083-8D25-334F1CA2C9FE}" srcId="{1190FA9E-94FE-4FFA-8B2D-B958CCFA519E}" destId="{E7212631-1E37-4A48-B39E-AA604A8B619C}" srcOrd="1" destOrd="0" parTransId="{D1962831-F81C-4766-9A6B-9D416E95A80F}" sibTransId="{AC5E44B4-6A48-4FE1-B7F3-E81191985C34}"/>
    <dgm:cxn modelId="{AFED28B9-5DA5-4E83-88EF-80CDC84BDC88}" type="presOf" srcId="{D9AB16A7-F46E-4C33-87D6-F666226F5F9C}" destId="{22C04E5B-46DE-4B49-B32F-FF80E791E91B}" srcOrd="0" destOrd="0" presId="urn:microsoft.com/office/officeart/2018/2/layout/IconLabelList"/>
    <dgm:cxn modelId="{C35673C8-1D44-488D-8CCC-0FB4EB91566D}" srcId="{1190FA9E-94FE-4FFA-8B2D-B958CCFA519E}" destId="{D9AB16A7-F46E-4C33-87D6-F666226F5F9C}" srcOrd="0" destOrd="0" parTransId="{9A8099A6-FBE8-483B-8CAD-D115330B2632}" sibTransId="{0DA7079C-6E3A-404A-952E-9284DCAFF087}"/>
    <dgm:cxn modelId="{88310FE4-989B-40DF-A3D1-806FF3896C95}" type="presOf" srcId="{1190FA9E-94FE-4FFA-8B2D-B958CCFA519E}" destId="{962D124A-3698-460F-8EFD-4786D888F0AA}" srcOrd="0" destOrd="0" presId="urn:microsoft.com/office/officeart/2018/2/layout/IconLabelList"/>
    <dgm:cxn modelId="{A0826B52-33B6-4C89-B248-33FF4387E47F}" type="presParOf" srcId="{962D124A-3698-460F-8EFD-4786D888F0AA}" destId="{06FE0615-5EFA-4FBC-8965-A0741CA295D6}" srcOrd="0" destOrd="0" presId="urn:microsoft.com/office/officeart/2018/2/layout/IconLabelList"/>
    <dgm:cxn modelId="{5E249BCC-A195-41AE-B050-C70EF55B6DD2}" type="presParOf" srcId="{06FE0615-5EFA-4FBC-8965-A0741CA295D6}" destId="{8FA6B39A-E5D4-4C47-A7E0-334ACC55D37D}" srcOrd="0" destOrd="0" presId="urn:microsoft.com/office/officeart/2018/2/layout/IconLabelList"/>
    <dgm:cxn modelId="{E2B62697-6F63-42C3-9D40-3007A53D1C45}" type="presParOf" srcId="{06FE0615-5EFA-4FBC-8965-A0741CA295D6}" destId="{72B3F1FA-4FAF-4D28-A47A-B83E448C5211}" srcOrd="1" destOrd="0" presId="urn:microsoft.com/office/officeart/2018/2/layout/IconLabelList"/>
    <dgm:cxn modelId="{0536E093-6221-44DA-8A6F-1EC633A96509}" type="presParOf" srcId="{06FE0615-5EFA-4FBC-8965-A0741CA295D6}" destId="{22C04E5B-46DE-4B49-B32F-FF80E791E91B}" srcOrd="2" destOrd="0" presId="urn:microsoft.com/office/officeart/2018/2/layout/IconLabelList"/>
    <dgm:cxn modelId="{DAD18420-3E5B-4DC6-95CA-111AD51901A6}" type="presParOf" srcId="{962D124A-3698-460F-8EFD-4786D888F0AA}" destId="{B1208352-B56E-4152-B19E-5AD56E80D5E5}" srcOrd="1" destOrd="0" presId="urn:microsoft.com/office/officeart/2018/2/layout/IconLabelList"/>
    <dgm:cxn modelId="{31662D61-E531-40B1-8C6A-B47D2D99FE28}" type="presParOf" srcId="{962D124A-3698-460F-8EFD-4786D888F0AA}" destId="{96B76FC0-5AF3-4021-8F35-2F3DA3CE4072}" srcOrd="2" destOrd="0" presId="urn:microsoft.com/office/officeart/2018/2/layout/IconLabelList"/>
    <dgm:cxn modelId="{4AE78E8D-48DE-4CA9-83E5-1093EC6FA082}" type="presParOf" srcId="{96B76FC0-5AF3-4021-8F35-2F3DA3CE4072}" destId="{2F17810B-C817-48D6-9765-F8C6495B1C59}" srcOrd="0" destOrd="0" presId="urn:microsoft.com/office/officeart/2018/2/layout/IconLabelList"/>
    <dgm:cxn modelId="{2155E424-D267-43C6-9021-4F3E84FBE821}" type="presParOf" srcId="{96B76FC0-5AF3-4021-8F35-2F3DA3CE4072}" destId="{2D5E16D1-304E-40F0-B134-8806D56E5CB2}" srcOrd="1" destOrd="0" presId="urn:microsoft.com/office/officeart/2018/2/layout/IconLabelList"/>
    <dgm:cxn modelId="{704FE47C-696A-460C-BBB9-001E5C2634F5}" type="presParOf" srcId="{96B76FC0-5AF3-4021-8F35-2F3DA3CE4072}" destId="{BA47BB93-CB6F-47FB-87FD-35DC56BDDBC7}" srcOrd="2" destOrd="0" presId="urn:microsoft.com/office/officeart/2018/2/layout/IconLabelList"/>
    <dgm:cxn modelId="{4ECC6FC7-D1DC-46CB-A65A-E7A32B86CBBD}" type="presParOf" srcId="{962D124A-3698-460F-8EFD-4786D888F0AA}" destId="{CA95EA50-9973-4DC9-9029-21963EE22E88}" srcOrd="3" destOrd="0" presId="urn:microsoft.com/office/officeart/2018/2/layout/IconLabelList"/>
    <dgm:cxn modelId="{D2FD3240-E301-4874-BA2F-70EF47006E75}" type="presParOf" srcId="{962D124A-3698-460F-8EFD-4786D888F0AA}" destId="{384DD400-64B3-4208-9457-83DB49990B1B}" srcOrd="4" destOrd="0" presId="urn:microsoft.com/office/officeart/2018/2/layout/IconLabelList"/>
    <dgm:cxn modelId="{06AFA839-30F6-4B69-ABFE-03AB16BD8F66}" type="presParOf" srcId="{384DD400-64B3-4208-9457-83DB49990B1B}" destId="{8001041F-32EC-4BD7-98DD-B200F3C9DC8F}" srcOrd="0" destOrd="0" presId="urn:microsoft.com/office/officeart/2018/2/layout/IconLabelList"/>
    <dgm:cxn modelId="{CA7EA1C6-34FA-4A45-9475-3F2A120468A5}" type="presParOf" srcId="{384DD400-64B3-4208-9457-83DB49990B1B}" destId="{ACFFC03B-4EAD-4E48-A23D-FF6957044093}" srcOrd="1" destOrd="0" presId="urn:microsoft.com/office/officeart/2018/2/layout/IconLabelList"/>
    <dgm:cxn modelId="{FF19751C-C67F-481E-99D6-88B6300E9950}" type="presParOf" srcId="{384DD400-64B3-4208-9457-83DB49990B1B}" destId="{163184C9-8EE8-4B6B-B914-5FD1E098F4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ED762F-E53B-4F56-ABA4-C790352C101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2B1856B-1B10-49F5-94A4-731D5E60CDB5}">
      <dgm:prSet/>
      <dgm:spPr/>
      <dgm:t>
        <a:bodyPr/>
        <a:lstStyle/>
        <a:p>
          <a:r>
            <a:rPr lang="en-US" b="0" i="0" baseline="0"/>
            <a:t>Frontend–Backend Integration</a:t>
          </a:r>
          <a:endParaRPr lang="en-US"/>
        </a:p>
      </dgm:t>
    </dgm:pt>
    <dgm:pt modelId="{1BD6515F-798E-471B-BDEF-A136B5C2A767}" type="parTrans" cxnId="{E3B76EA8-FFD8-460F-9E7A-9B2F35117D14}">
      <dgm:prSet/>
      <dgm:spPr/>
      <dgm:t>
        <a:bodyPr/>
        <a:lstStyle/>
        <a:p>
          <a:endParaRPr lang="en-US"/>
        </a:p>
      </dgm:t>
    </dgm:pt>
    <dgm:pt modelId="{05634C70-81E2-4110-ABAF-119465F826BA}" type="sibTrans" cxnId="{E3B76EA8-FFD8-460F-9E7A-9B2F35117D14}">
      <dgm:prSet/>
      <dgm:spPr/>
      <dgm:t>
        <a:bodyPr/>
        <a:lstStyle/>
        <a:p>
          <a:endParaRPr lang="en-US"/>
        </a:p>
      </dgm:t>
    </dgm:pt>
    <dgm:pt modelId="{AAFF3CCE-EB76-499B-B8D4-E3BFBADD2847}">
      <dgm:prSet/>
      <dgm:spPr/>
      <dgm:t>
        <a:bodyPr/>
        <a:lstStyle/>
        <a:p>
          <a:r>
            <a:rPr lang="en-US" b="0" i="0" baseline="0"/>
            <a:t>Working with APIs and Fetch</a:t>
          </a:r>
          <a:endParaRPr lang="en-US"/>
        </a:p>
      </dgm:t>
    </dgm:pt>
    <dgm:pt modelId="{5680A113-71A4-49B8-B221-5DF3B9D9421A}" type="parTrans" cxnId="{A927D18C-78F9-460B-AD72-83A55BD77699}">
      <dgm:prSet/>
      <dgm:spPr/>
      <dgm:t>
        <a:bodyPr/>
        <a:lstStyle/>
        <a:p>
          <a:endParaRPr lang="en-US"/>
        </a:p>
      </dgm:t>
    </dgm:pt>
    <dgm:pt modelId="{D27833F5-EFB1-4A8E-9554-79DE44E3393C}" type="sibTrans" cxnId="{A927D18C-78F9-460B-AD72-83A55BD77699}">
      <dgm:prSet/>
      <dgm:spPr/>
      <dgm:t>
        <a:bodyPr/>
        <a:lstStyle/>
        <a:p>
          <a:endParaRPr lang="en-US"/>
        </a:p>
      </dgm:t>
    </dgm:pt>
    <dgm:pt modelId="{E0FF70C5-1AF5-4647-BEC2-3C9F966BFA6C}">
      <dgm:prSet/>
      <dgm:spPr/>
      <dgm:t>
        <a:bodyPr/>
        <a:lstStyle/>
        <a:p>
          <a:r>
            <a:rPr lang="en-US" b="0" i="0" baseline="0"/>
            <a:t>Data management using CSV</a:t>
          </a:r>
          <a:endParaRPr lang="en-US"/>
        </a:p>
      </dgm:t>
    </dgm:pt>
    <dgm:pt modelId="{BEF1AD27-B646-4CD1-B103-76928553E594}" type="parTrans" cxnId="{A7FFB283-CF0C-4B3B-A625-6C9E8FA37BE0}">
      <dgm:prSet/>
      <dgm:spPr/>
      <dgm:t>
        <a:bodyPr/>
        <a:lstStyle/>
        <a:p>
          <a:endParaRPr lang="en-US"/>
        </a:p>
      </dgm:t>
    </dgm:pt>
    <dgm:pt modelId="{B7D151F0-4606-403D-9695-02EB1683A7A3}" type="sibTrans" cxnId="{A7FFB283-CF0C-4B3B-A625-6C9E8FA37BE0}">
      <dgm:prSet/>
      <dgm:spPr/>
      <dgm:t>
        <a:bodyPr/>
        <a:lstStyle/>
        <a:p>
          <a:endParaRPr lang="en-US"/>
        </a:p>
      </dgm:t>
    </dgm:pt>
    <dgm:pt modelId="{B818C9A6-5028-4F51-96A9-0BA1F4A4F2CB}">
      <dgm:prSet/>
      <dgm:spPr/>
      <dgm:t>
        <a:bodyPr/>
        <a:lstStyle/>
        <a:p>
          <a:r>
            <a:rPr lang="en-US" b="0" i="0" baseline="0"/>
            <a:t>Fast API web development</a:t>
          </a:r>
          <a:endParaRPr lang="en-US"/>
        </a:p>
      </dgm:t>
    </dgm:pt>
    <dgm:pt modelId="{17D0EB41-E52F-47BA-B1D0-CA2BAB8154D4}" type="parTrans" cxnId="{ED29F2B0-ECC5-4B2E-BAED-E3C2A5D98C63}">
      <dgm:prSet/>
      <dgm:spPr/>
      <dgm:t>
        <a:bodyPr/>
        <a:lstStyle/>
        <a:p>
          <a:endParaRPr lang="en-US"/>
        </a:p>
      </dgm:t>
    </dgm:pt>
    <dgm:pt modelId="{735F77D7-A3ED-4556-961F-A57B9F8DE755}" type="sibTrans" cxnId="{ED29F2B0-ECC5-4B2E-BAED-E3C2A5D98C63}">
      <dgm:prSet/>
      <dgm:spPr/>
      <dgm:t>
        <a:bodyPr/>
        <a:lstStyle/>
        <a:p>
          <a:endParaRPr lang="en-US"/>
        </a:p>
      </dgm:t>
    </dgm:pt>
    <dgm:pt modelId="{44316908-5A2D-45E5-A706-0965FFCC5FAC}">
      <dgm:prSet/>
      <dgm:spPr/>
      <dgm:t>
        <a:bodyPr/>
        <a:lstStyle/>
        <a:p>
          <a:r>
            <a:rPr lang="en-US" b="0" i="0" baseline="0"/>
            <a:t>Team collaboration &amp; debugging</a:t>
          </a:r>
          <a:endParaRPr lang="en-US"/>
        </a:p>
      </dgm:t>
    </dgm:pt>
    <dgm:pt modelId="{D500A4D9-4BD9-47A8-9BE1-E2B9F5AE108E}" type="parTrans" cxnId="{34294281-625B-4E82-A3A5-006D425646CC}">
      <dgm:prSet/>
      <dgm:spPr/>
      <dgm:t>
        <a:bodyPr/>
        <a:lstStyle/>
        <a:p>
          <a:endParaRPr lang="en-US"/>
        </a:p>
      </dgm:t>
    </dgm:pt>
    <dgm:pt modelId="{C245EAFF-EEDF-45D6-BFBA-BB084BDF0AD9}" type="sibTrans" cxnId="{34294281-625B-4E82-A3A5-006D425646CC}">
      <dgm:prSet/>
      <dgm:spPr/>
      <dgm:t>
        <a:bodyPr/>
        <a:lstStyle/>
        <a:p>
          <a:endParaRPr lang="en-US"/>
        </a:p>
      </dgm:t>
    </dgm:pt>
    <dgm:pt modelId="{3DF3D2CC-705D-4470-97C2-5E5C4B7BE848}" type="pres">
      <dgm:prSet presAssocID="{9EED762F-E53B-4F56-ABA4-C790352C1017}" presName="root" presStyleCnt="0">
        <dgm:presLayoutVars>
          <dgm:dir/>
          <dgm:resizeHandles val="exact"/>
        </dgm:presLayoutVars>
      </dgm:prSet>
      <dgm:spPr/>
    </dgm:pt>
    <dgm:pt modelId="{EF1087B1-EB20-4C77-9BA2-9A5E3D6A6D5B}" type="pres">
      <dgm:prSet presAssocID="{D2B1856B-1B10-49F5-94A4-731D5E60CDB5}" presName="compNode" presStyleCnt="0"/>
      <dgm:spPr/>
    </dgm:pt>
    <dgm:pt modelId="{0DA4732A-4EF8-430B-BDF6-20AED467A9AB}" type="pres">
      <dgm:prSet presAssocID="{D2B1856B-1B10-49F5-94A4-731D5E60CDB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7D5E65-0E88-429E-89B5-C8FB717CCBD8}" type="pres">
      <dgm:prSet presAssocID="{D2B1856B-1B10-49F5-94A4-731D5E60CDB5}" presName="spaceRect" presStyleCnt="0"/>
      <dgm:spPr/>
    </dgm:pt>
    <dgm:pt modelId="{61205696-BC11-4895-8C7C-9BFB9F3D50A5}" type="pres">
      <dgm:prSet presAssocID="{D2B1856B-1B10-49F5-94A4-731D5E60CDB5}" presName="textRect" presStyleLbl="revTx" presStyleIdx="0" presStyleCnt="5">
        <dgm:presLayoutVars>
          <dgm:chMax val="1"/>
          <dgm:chPref val="1"/>
        </dgm:presLayoutVars>
      </dgm:prSet>
      <dgm:spPr/>
    </dgm:pt>
    <dgm:pt modelId="{66AB59DC-D2D1-4E2F-AEEE-C37730020136}" type="pres">
      <dgm:prSet presAssocID="{05634C70-81E2-4110-ABAF-119465F826BA}" presName="sibTrans" presStyleCnt="0"/>
      <dgm:spPr/>
    </dgm:pt>
    <dgm:pt modelId="{5AC46FF7-25C9-46F0-B170-9C591A6957F6}" type="pres">
      <dgm:prSet presAssocID="{AAFF3CCE-EB76-499B-B8D4-E3BFBADD2847}" presName="compNode" presStyleCnt="0"/>
      <dgm:spPr/>
    </dgm:pt>
    <dgm:pt modelId="{94140F7A-B19F-4F38-A666-4950897262A2}" type="pres">
      <dgm:prSet presAssocID="{AAFF3CCE-EB76-499B-B8D4-E3BFBADD284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05D9627-367A-45F5-991B-EA1F76A4F01A}" type="pres">
      <dgm:prSet presAssocID="{AAFF3CCE-EB76-499B-B8D4-E3BFBADD2847}" presName="spaceRect" presStyleCnt="0"/>
      <dgm:spPr/>
    </dgm:pt>
    <dgm:pt modelId="{ECC38B45-8D02-4E79-A9AC-2522442900AD}" type="pres">
      <dgm:prSet presAssocID="{AAFF3CCE-EB76-499B-B8D4-E3BFBADD2847}" presName="textRect" presStyleLbl="revTx" presStyleIdx="1" presStyleCnt="5">
        <dgm:presLayoutVars>
          <dgm:chMax val="1"/>
          <dgm:chPref val="1"/>
        </dgm:presLayoutVars>
      </dgm:prSet>
      <dgm:spPr/>
    </dgm:pt>
    <dgm:pt modelId="{80BB5FDC-E530-4D1E-B981-C53E9B364E98}" type="pres">
      <dgm:prSet presAssocID="{D27833F5-EFB1-4A8E-9554-79DE44E3393C}" presName="sibTrans" presStyleCnt="0"/>
      <dgm:spPr/>
    </dgm:pt>
    <dgm:pt modelId="{AA0E5BBF-1A67-4F0D-831F-882B29699833}" type="pres">
      <dgm:prSet presAssocID="{E0FF70C5-1AF5-4647-BEC2-3C9F966BFA6C}" presName="compNode" presStyleCnt="0"/>
      <dgm:spPr/>
    </dgm:pt>
    <dgm:pt modelId="{577F57B5-9810-42F3-BF60-E1B5E140B411}" type="pres">
      <dgm:prSet presAssocID="{E0FF70C5-1AF5-4647-BEC2-3C9F966BFA6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60DB681-5A18-49C7-8E6C-50994EE6969A}" type="pres">
      <dgm:prSet presAssocID="{E0FF70C5-1AF5-4647-BEC2-3C9F966BFA6C}" presName="spaceRect" presStyleCnt="0"/>
      <dgm:spPr/>
    </dgm:pt>
    <dgm:pt modelId="{378A7B53-2A7C-41A7-B35C-40794E9CDA8A}" type="pres">
      <dgm:prSet presAssocID="{E0FF70C5-1AF5-4647-BEC2-3C9F966BFA6C}" presName="textRect" presStyleLbl="revTx" presStyleIdx="2" presStyleCnt="5">
        <dgm:presLayoutVars>
          <dgm:chMax val="1"/>
          <dgm:chPref val="1"/>
        </dgm:presLayoutVars>
      </dgm:prSet>
      <dgm:spPr/>
    </dgm:pt>
    <dgm:pt modelId="{565CF632-72F0-447E-BE04-BC3447AC078B}" type="pres">
      <dgm:prSet presAssocID="{B7D151F0-4606-403D-9695-02EB1683A7A3}" presName="sibTrans" presStyleCnt="0"/>
      <dgm:spPr/>
    </dgm:pt>
    <dgm:pt modelId="{5BF5CD2C-BDCD-43D7-AE0B-DFC13B98A780}" type="pres">
      <dgm:prSet presAssocID="{B818C9A6-5028-4F51-96A9-0BA1F4A4F2CB}" presName="compNode" presStyleCnt="0"/>
      <dgm:spPr/>
    </dgm:pt>
    <dgm:pt modelId="{ADD5AED6-E74A-4E4B-87D4-2D26B70BBC18}" type="pres">
      <dgm:prSet presAssocID="{B818C9A6-5028-4F51-96A9-0BA1F4A4F2C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4A2CA85-1C15-40D8-A77B-E40F0461571A}" type="pres">
      <dgm:prSet presAssocID="{B818C9A6-5028-4F51-96A9-0BA1F4A4F2CB}" presName="spaceRect" presStyleCnt="0"/>
      <dgm:spPr/>
    </dgm:pt>
    <dgm:pt modelId="{82AD5A6D-E21C-4645-ADE3-2A2E328EB8DC}" type="pres">
      <dgm:prSet presAssocID="{B818C9A6-5028-4F51-96A9-0BA1F4A4F2CB}" presName="textRect" presStyleLbl="revTx" presStyleIdx="3" presStyleCnt="5">
        <dgm:presLayoutVars>
          <dgm:chMax val="1"/>
          <dgm:chPref val="1"/>
        </dgm:presLayoutVars>
      </dgm:prSet>
      <dgm:spPr/>
    </dgm:pt>
    <dgm:pt modelId="{51D33E9C-A020-4A92-8551-590562EBE584}" type="pres">
      <dgm:prSet presAssocID="{735F77D7-A3ED-4556-961F-A57B9F8DE755}" presName="sibTrans" presStyleCnt="0"/>
      <dgm:spPr/>
    </dgm:pt>
    <dgm:pt modelId="{036D92F4-4859-414D-B9E9-AA24E12B1413}" type="pres">
      <dgm:prSet presAssocID="{44316908-5A2D-45E5-A706-0965FFCC5FAC}" presName="compNode" presStyleCnt="0"/>
      <dgm:spPr/>
    </dgm:pt>
    <dgm:pt modelId="{03E6CE37-3216-4266-88E9-1D299C721B1C}" type="pres">
      <dgm:prSet presAssocID="{44316908-5A2D-45E5-A706-0965FFCC5FA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2B6FDB2-CE94-44AF-9C70-6E476FFA653F}" type="pres">
      <dgm:prSet presAssocID="{44316908-5A2D-45E5-A706-0965FFCC5FAC}" presName="spaceRect" presStyleCnt="0"/>
      <dgm:spPr/>
    </dgm:pt>
    <dgm:pt modelId="{0675E569-0C06-45BF-A1CB-5F5A45E3608D}" type="pres">
      <dgm:prSet presAssocID="{44316908-5A2D-45E5-A706-0965FFCC5FA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52FDF01-0863-4C97-B29E-5BC9EB0CD53E}" type="presOf" srcId="{44316908-5A2D-45E5-A706-0965FFCC5FAC}" destId="{0675E569-0C06-45BF-A1CB-5F5A45E3608D}" srcOrd="0" destOrd="0" presId="urn:microsoft.com/office/officeart/2018/2/layout/IconLabelList"/>
    <dgm:cxn modelId="{70CC5A0E-2E2B-440B-8752-D7656B796A49}" type="presOf" srcId="{AAFF3CCE-EB76-499B-B8D4-E3BFBADD2847}" destId="{ECC38B45-8D02-4E79-A9AC-2522442900AD}" srcOrd="0" destOrd="0" presId="urn:microsoft.com/office/officeart/2018/2/layout/IconLabelList"/>
    <dgm:cxn modelId="{E83D522E-73B6-4BD3-AD38-189F8F65C1AD}" type="presOf" srcId="{B818C9A6-5028-4F51-96A9-0BA1F4A4F2CB}" destId="{82AD5A6D-E21C-4645-ADE3-2A2E328EB8DC}" srcOrd="0" destOrd="0" presId="urn:microsoft.com/office/officeart/2018/2/layout/IconLabelList"/>
    <dgm:cxn modelId="{34294281-625B-4E82-A3A5-006D425646CC}" srcId="{9EED762F-E53B-4F56-ABA4-C790352C1017}" destId="{44316908-5A2D-45E5-A706-0965FFCC5FAC}" srcOrd="4" destOrd="0" parTransId="{D500A4D9-4BD9-47A8-9BE1-E2B9F5AE108E}" sibTransId="{C245EAFF-EEDF-45D6-BFBA-BB084BDF0AD9}"/>
    <dgm:cxn modelId="{A7FFB283-CF0C-4B3B-A625-6C9E8FA37BE0}" srcId="{9EED762F-E53B-4F56-ABA4-C790352C1017}" destId="{E0FF70C5-1AF5-4647-BEC2-3C9F966BFA6C}" srcOrd="2" destOrd="0" parTransId="{BEF1AD27-B646-4CD1-B103-76928553E594}" sibTransId="{B7D151F0-4606-403D-9695-02EB1683A7A3}"/>
    <dgm:cxn modelId="{A927D18C-78F9-460B-AD72-83A55BD77699}" srcId="{9EED762F-E53B-4F56-ABA4-C790352C1017}" destId="{AAFF3CCE-EB76-499B-B8D4-E3BFBADD2847}" srcOrd="1" destOrd="0" parTransId="{5680A113-71A4-49B8-B221-5DF3B9D9421A}" sibTransId="{D27833F5-EFB1-4A8E-9554-79DE44E3393C}"/>
    <dgm:cxn modelId="{E3B76EA8-FFD8-460F-9E7A-9B2F35117D14}" srcId="{9EED762F-E53B-4F56-ABA4-C790352C1017}" destId="{D2B1856B-1B10-49F5-94A4-731D5E60CDB5}" srcOrd="0" destOrd="0" parTransId="{1BD6515F-798E-471B-BDEF-A136B5C2A767}" sibTransId="{05634C70-81E2-4110-ABAF-119465F826BA}"/>
    <dgm:cxn modelId="{ED29F2B0-ECC5-4B2E-BAED-E3C2A5D98C63}" srcId="{9EED762F-E53B-4F56-ABA4-C790352C1017}" destId="{B818C9A6-5028-4F51-96A9-0BA1F4A4F2CB}" srcOrd="3" destOrd="0" parTransId="{17D0EB41-E52F-47BA-B1D0-CA2BAB8154D4}" sibTransId="{735F77D7-A3ED-4556-961F-A57B9F8DE755}"/>
    <dgm:cxn modelId="{E2E4B3B6-4223-463B-99EB-1EDAC97061A5}" type="presOf" srcId="{9EED762F-E53B-4F56-ABA4-C790352C1017}" destId="{3DF3D2CC-705D-4470-97C2-5E5C4B7BE848}" srcOrd="0" destOrd="0" presId="urn:microsoft.com/office/officeart/2018/2/layout/IconLabelList"/>
    <dgm:cxn modelId="{1AB095CD-D391-42CB-A142-F5608EEE60C0}" type="presOf" srcId="{E0FF70C5-1AF5-4647-BEC2-3C9F966BFA6C}" destId="{378A7B53-2A7C-41A7-B35C-40794E9CDA8A}" srcOrd="0" destOrd="0" presId="urn:microsoft.com/office/officeart/2018/2/layout/IconLabelList"/>
    <dgm:cxn modelId="{B902C5DB-6616-4A09-9BD8-2EAE9FFCDFC3}" type="presOf" srcId="{D2B1856B-1B10-49F5-94A4-731D5E60CDB5}" destId="{61205696-BC11-4895-8C7C-9BFB9F3D50A5}" srcOrd="0" destOrd="0" presId="urn:microsoft.com/office/officeart/2018/2/layout/IconLabelList"/>
    <dgm:cxn modelId="{04EF8645-8FDF-491B-9A3C-3E33C1F343CC}" type="presParOf" srcId="{3DF3D2CC-705D-4470-97C2-5E5C4B7BE848}" destId="{EF1087B1-EB20-4C77-9BA2-9A5E3D6A6D5B}" srcOrd="0" destOrd="0" presId="urn:microsoft.com/office/officeart/2018/2/layout/IconLabelList"/>
    <dgm:cxn modelId="{18E8E233-A788-4BB3-BF7E-CA76B9475355}" type="presParOf" srcId="{EF1087B1-EB20-4C77-9BA2-9A5E3D6A6D5B}" destId="{0DA4732A-4EF8-430B-BDF6-20AED467A9AB}" srcOrd="0" destOrd="0" presId="urn:microsoft.com/office/officeart/2018/2/layout/IconLabelList"/>
    <dgm:cxn modelId="{EA5B2B78-7F85-417A-98E9-6D2D222BBAAA}" type="presParOf" srcId="{EF1087B1-EB20-4C77-9BA2-9A5E3D6A6D5B}" destId="{687D5E65-0E88-429E-89B5-C8FB717CCBD8}" srcOrd="1" destOrd="0" presId="urn:microsoft.com/office/officeart/2018/2/layout/IconLabelList"/>
    <dgm:cxn modelId="{2A48614F-3BA6-4CD1-B5BF-9E367DB9791C}" type="presParOf" srcId="{EF1087B1-EB20-4C77-9BA2-9A5E3D6A6D5B}" destId="{61205696-BC11-4895-8C7C-9BFB9F3D50A5}" srcOrd="2" destOrd="0" presId="urn:microsoft.com/office/officeart/2018/2/layout/IconLabelList"/>
    <dgm:cxn modelId="{71AC0A2B-AFF1-45C7-B6F7-57A9CB6DECD7}" type="presParOf" srcId="{3DF3D2CC-705D-4470-97C2-5E5C4B7BE848}" destId="{66AB59DC-D2D1-4E2F-AEEE-C37730020136}" srcOrd="1" destOrd="0" presId="urn:microsoft.com/office/officeart/2018/2/layout/IconLabelList"/>
    <dgm:cxn modelId="{950AA567-0B63-4666-94B0-469D3A91A5B5}" type="presParOf" srcId="{3DF3D2CC-705D-4470-97C2-5E5C4B7BE848}" destId="{5AC46FF7-25C9-46F0-B170-9C591A6957F6}" srcOrd="2" destOrd="0" presId="urn:microsoft.com/office/officeart/2018/2/layout/IconLabelList"/>
    <dgm:cxn modelId="{E517ADBE-DB59-4C12-8A64-0E044499283A}" type="presParOf" srcId="{5AC46FF7-25C9-46F0-B170-9C591A6957F6}" destId="{94140F7A-B19F-4F38-A666-4950897262A2}" srcOrd="0" destOrd="0" presId="urn:microsoft.com/office/officeart/2018/2/layout/IconLabelList"/>
    <dgm:cxn modelId="{88B09F78-0AFE-47E4-B590-88A9747F671E}" type="presParOf" srcId="{5AC46FF7-25C9-46F0-B170-9C591A6957F6}" destId="{E05D9627-367A-45F5-991B-EA1F76A4F01A}" srcOrd="1" destOrd="0" presId="urn:microsoft.com/office/officeart/2018/2/layout/IconLabelList"/>
    <dgm:cxn modelId="{D91ECB06-0E24-4B20-8B86-175FD55DDEF2}" type="presParOf" srcId="{5AC46FF7-25C9-46F0-B170-9C591A6957F6}" destId="{ECC38B45-8D02-4E79-A9AC-2522442900AD}" srcOrd="2" destOrd="0" presId="urn:microsoft.com/office/officeart/2018/2/layout/IconLabelList"/>
    <dgm:cxn modelId="{DF0FDEFE-707D-4C8B-B5DC-6250570F6D2E}" type="presParOf" srcId="{3DF3D2CC-705D-4470-97C2-5E5C4B7BE848}" destId="{80BB5FDC-E530-4D1E-B981-C53E9B364E98}" srcOrd="3" destOrd="0" presId="urn:microsoft.com/office/officeart/2018/2/layout/IconLabelList"/>
    <dgm:cxn modelId="{B98D9236-98E5-4418-AD23-00E6663319F4}" type="presParOf" srcId="{3DF3D2CC-705D-4470-97C2-5E5C4B7BE848}" destId="{AA0E5BBF-1A67-4F0D-831F-882B29699833}" srcOrd="4" destOrd="0" presId="urn:microsoft.com/office/officeart/2018/2/layout/IconLabelList"/>
    <dgm:cxn modelId="{5F4258CE-9DD2-4CB2-A2CA-1CBEE59C26D6}" type="presParOf" srcId="{AA0E5BBF-1A67-4F0D-831F-882B29699833}" destId="{577F57B5-9810-42F3-BF60-E1B5E140B411}" srcOrd="0" destOrd="0" presId="urn:microsoft.com/office/officeart/2018/2/layout/IconLabelList"/>
    <dgm:cxn modelId="{04E78736-45FF-4BF8-933A-400F4B7A9E21}" type="presParOf" srcId="{AA0E5BBF-1A67-4F0D-831F-882B29699833}" destId="{460DB681-5A18-49C7-8E6C-50994EE6969A}" srcOrd="1" destOrd="0" presId="urn:microsoft.com/office/officeart/2018/2/layout/IconLabelList"/>
    <dgm:cxn modelId="{0376A6B3-EAFC-4C67-8AE5-8195A03FFAC1}" type="presParOf" srcId="{AA0E5BBF-1A67-4F0D-831F-882B29699833}" destId="{378A7B53-2A7C-41A7-B35C-40794E9CDA8A}" srcOrd="2" destOrd="0" presId="urn:microsoft.com/office/officeart/2018/2/layout/IconLabelList"/>
    <dgm:cxn modelId="{704A8395-20DC-4BCB-809C-7C2DF9750330}" type="presParOf" srcId="{3DF3D2CC-705D-4470-97C2-5E5C4B7BE848}" destId="{565CF632-72F0-447E-BE04-BC3447AC078B}" srcOrd="5" destOrd="0" presId="urn:microsoft.com/office/officeart/2018/2/layout/IconLabelList"/>
    <dgm:cxn modelId="{7F6CFD5F-7E74-4B61-9506-53048FDBDADF}" type="presParOf" srcId="{3DF3D2CC-705D-4470-97C2-5E5C4B7BE848}" destId="{5BF5CD2C-BDCD-43D7-AE0B-DFC13B98A780}" srcOrd="6" destOrd="0" presId="urn:microsoft.com/office/officeart/2018/2/layout/IconLabelList"/>
    <dgm:cxn modelId="{F7EEB06F-58D3-407A-97C5-67003CB2D7F6}" type="presParOf" srcId="{5BF5CD2C-BDCD-43D7-AE0B-DFC13B98A780}" destId="{ADD5AED6-E74A-4E4B-87D4-2D26B70BBC18}" srcOrd="0" destOrd="0" presId="urn:microsoft.com/office/officeart/2018/2/layout/IconLabelList"/>
    <dgm:cxn modelId="{DBA7E65D-6D45-4061-90CE-A10518BB8606}" type="presParOf" srcId="{5BF5CD2C-BDCD-43D7-AE0B-DFC13B98A780}" destId="{84A2CA85-1C15-40D8-A77B-E40F0461571A}" srcOrd="1" destOrd="0" presId="urn:microsoft.com/office/officeart/2018/2/layout/IconLabelList"/>
    <dgm:cxn modelId="{1798C294-15A6-41ED-8BAA-4FEFEA348085}" type="presParOf" srcId="{5BF5CD2C-BDCD-43D7-AE0B-DFC13B98A780}" destId="{82AD5A6D-E21C-4645-ADE3-2A2E328EB8DC}" srcOrd="2" destOrd="0" presId="urn:microsoft.com/office/officeart/2018/2/layout/IconLabelList"/>
    <dgm:cxn modelId="{12D17E6A-D82F-4344-9BAF-58F429CFA2BE}" type="presParOf" srcId="{3DF3D2CC-705D-4470-97C2-5E5C4B7BE848}" destId="{51D33E9C-A020-4A92-8551-590562EBE584}" srcOrd="7" destOrd="0" presId="urn:microsoft.com/office/officeart/2018/2/layout/IconLabelList"/>
    <dgm:cxn modelId="{8F237385-F203-461F-B7D1-0D6724B9949D}" type="presParOf" srcId="{3DF3D2CC-705D-4470-97C2-5E5C4B7BE848}" destId="{036D92F4-4859-414D-B9E9-AA24E12B1413}" srcOrd="8" destOrd="0" presId="urn:microsoft.com/office/officeart/2018/2/layout/IconLabelList"/>
    <dgm:cxn modelId="{8CE8F902-3CFB-4106-BB9D-F219255E4CD3}" type="presParOf" srcId="{036D92F4-4859-414D-B9E9-AA24E12B1413}" destId="{03E6CE37-3216-4266-88E9-1D299C721B1C}" srcOrd="0" destOrd="0" presId="urn:microsoft.com/office/officeart/2018/2/layout/IconLabelList"/>
    <dgm:cxn modelId="{0F22575C-289C-410E-8DB4-C1137077C61C}" type="presParOf" srcId="{036D92F4-4859-414D-B9E9-AA24E12B1413}" destId="{C2B6FDB2-CE94-44AF-9C70-6E476FFA653F}" srcOrd="1" destOrd="0" presId="urn:microsoft.com/office/officeart/2018/2/layout/IconLabelList"/>
    <dgm:cxn modelId="{60F2135D-2983-492E-9816-EAC9698A2376}" type="presParOf" srcId="{036D92F4-4859-414D-B9E9-AA24E12B1413}" destId="{0675E569-0C06-45BF-A1CB-5F5A45E360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9925FC-F34F-495D-B43C-EEB0A005A425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9D2319-1C7F-412A-B8BB-D6EBE98BE73C}">
      <dgm:prSet/>
      <dgm:spPr/>
      <dgm:t>
        <a:bodyPr/>
        <a:lstStyle/>
        <a:p>
          <a:r>
            <a:rPr lang="en-US"/>
            <a:t>Thank you to all the mentors, William, Joshua, Brandon, Abdi!</a:t>
          </a:r>
          <a:br>
            <a:rPr lang="en-US"/>
          </a:br>
          <a:r>
            <a:rPr lang="en-US"/>
            <a:t>It couldn’t have been possible without them at all and they know it.</a:t>
          </a:r>
        </a:p>
      </dgm:t>
    </dgm:pt>
    <dgm:pt modelId="{D2D82E1B-AF06-4B3B-B7B1-6085EBBE3428}" type="parTrans" cxnId="{F6B62480-274D-4509-B4F3-35EFADF8DF1B}">
      <dgm:prSet/>
      <dgm:spPr/>
      <dgm:t>
        <a:bodyPr/>
        <a:lstStyle/>
        <a:p>
          <a:endParaRPr lang="en-US"/>
        </a:p>
      </dgm:t>
    </dgm:pt>
    <dgm:pt modelId="{25A9A9AE-4A1E-4E6D-A716-547CB687F5D1}" type="sibTrans" cxnId="{F6B62480-274D-4509-B4F3-35EFADF8DF1B}">
      <dgm:prSet/>
      <dgm:spPr/>
      <dgm:t>
        <a:bodyPr/>
        <a:lstStyle/>
        <a:p>
          <a:endParaRPr lang="en-US"/>
        </a:p>
      </dgm:t>
    </dgm:pt>
    <dgm:pt modelId="{22C6674A-7F5A-4B14-8079-89C79A9EABF6}">
      <dgm:prSet/>
      <dgm:spPr/>
      <dgm:t>
        <a:bodyPr/>
        <a:lstStyle/>
        <a:p>
          <a:r>
            <a:rPr lang="en-US"/>
            <a:t>Also, a sincere thank you to Mr. Issac Oslon for presenting us with this opportunity.</a:t>
          </a:r>
        </a:p>
      </dgm:t>
    </dgm:pt>
    <dgm:pt modelId="{7C894717-6E61-4BF3-AFD1-63D7017626CE}" type="parTrans" cxnId="{49100D7C-8372-4844-ADF4-C8FFE8694811}">
      <dgm:prSet/>
      <dgm:spPr/>
      <dgm:t>
        <a:bodyPr/>
        <a:lstStyle/>
        <a:p>
          <a:endParaRPr lang="en-US"/>
        </a:p>
      </dgm:t>
    </dgm:pt>
    <dgm:pt modelId="{457FB69B-FB1A-4756-8DC8-EBC2A837A8D3}" type="sibTrans" cxnId="{49100D7C-8372-4844-ADF4-C8FFE8694811}">
      <dgm:prSet/>
      <dgm:spPr/>
      <dgm:t>
        <a:bodyPr/>
        <a:lstStyle/>
        <a:p>
          <a:endParaRPr lang="en-US"/>
        </a:p>
      </dgm:t>
    </dgm:pt>
    <dgm:pt modelId="{06C0A337-6220-4559-92FA-D5E39523307A}" type="pres">
      <dgm:prSet presAssocID="{1C9925FC-F34F-495D-B43C-EEB0A005A425}" presName="linear" presStyleCnt="0">
        <dgm:presLayoutVars>
          <dgm:animLvl val="lvl"/>
          <dgm:resizeHandles val="exact"/>
        </dgm:presLayoutVars>
      </dgm:prSet>
      <dgm:spPr/>
    </dgm:pt>
    <dgm:pt modelId="{9E1C9DDD-5527-4FF7-9198-A0B5506793A6}" type="pres">
      <dgm:prSet presAssocID="{919D2319-1C7F-412A-B8BB-D6EBE98BE7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BE13A1-91F3-426B-8FB5-517D0CB4B0BD}" type="pres">
      <dgm:prSet presAssocID="{25A9A9AE-4A1E-4E6D-A716-547CB687F5D1}" presName="spacer" presStyleCnt="0"/>
      <dgm:spPr/>
    </dgm:pt>
    <dgm:pt modelId="{E0D42359-D492-4FCD-BA67-0CA9B8D798D1}" type="pres">
      <dgm:prSet presAssocID="{22C6674A-7F5A-4B14-8079-89C79A9EABF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FC5691E-BB91-47CB-BDC6-CF5A6FC89DDE}" type="presOf" srcId="{1C9925FC-F34F-495D-B43C-EEB0A005A425}" destId="{06C0A337-6220-4559-92FA-D5E39523307A}" srcOrd="0" destOrd="0" presId="urn:microsoft.com/office/officeart/2005/8/layout/vList2"/>
    <dgm:cxn modelId="{49100D7C-8372-4844-ADF4-C8FFE8694811}" srcId="{1C9925FC-F34F-495D-B43C-EEB0A005A425}" destId="{22C6674A-7F5A-4B14-8079-89C79A9EABF6}" srcOrd="1" destOrd="0" parTransId="{7C894717-6E61-4BF3-AFD1-63D7017626CE}" sibTransId="{457FB69B-FB1A-4756-8DC8-EBC2A837A8D3}"/>
    <dgm:cxn modelId="{F6B62480-274D-4509-B4F3-35EFADF8DF1B}" srcId="{1C9925FC-F34F-495D-B43C-EEB0A005A425}" destId="{919D2319-1C7F-412A-B8BB-D6EBE98BE73C}" srcOrd="0" destOrd="0" parTransId="{D2D82E1B-AF06-4B3B-B7B1-6085EBBE3428}" sibTransId="{25A9A9AE-4A1E-4E6D-A716-547CB687F5D1}"/>
    <dgm:cxn modelId="{2D83AB88-0B80-4002-9687-A0014ED36B8A}" type="presOf" srcId="{22C6674A-7F5A-4B14-8079-89C79A9EABF6}" destId="{E0D42359-D492-4FCD-BA67-0CA9B8D798D1}" srcOrd="0" destOrd="0" presId="urn:microsoft.com/office/officeart/2005/8/layout/vList2"/>
    <dgm:cxn modelId="{3207ECF4-2042-465E-B1FD-8F7B34977F87}" type="presOf" srcId="{919D2319-1C7F-412A-B8BB-D6EBE98BE73C}" destId="{9E1C9DDD-5527-4FF7-9198-A0B5506793A6}" srcOrd="0" destOrd="0" presId="urn:microsoft.com/office/officeart/2005/8/layout/vList2"/>
    <dgm:cxn modelId="{483C9977-CA9B-43ED-8B32-B13AA2AE20EF}" type="presParOf" srcId="{06C0A337-6220-4559-92FA-D5E39523307A}" destId="{9E1C9DDD-5527-4FF7-9198-A0B5506793A6}" srcOrd="0" destOrd="0" presId="urn:microsoft.com/office/officeart/2005/8/layout/vList2"/>
    <dgm:cxn modelId="{3FA28AEB-C351-414D-AC0C-7C7A55DD55EE}" type="presParOf" srcId="{06C0A337-6220-4559-92FA-D5E39523307A}" destId="{48BE13A1-91F3-426B-8FB5-517D0CB4B0BD}" srcOrd="1" destOrd="0" presId="urn:microsoft.com/office/officeart/2005/8/layout/vList2"/>
    <dgm:cxn modelId="{97C9DB12-7EE0-4DED-A9F6-1F928E6D7EE8}" type="presParOf" srcId="{06C0A337-6220-4559-92FA-D5E39523307A}" destId="{E0D42359-D492-4FCD-BA67-0CA9B8D798D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B6F44-40F2-4C32-BFB8-03D8132D8ACC}">
      <dsp:nvSpPr>
        <dsp:cNvPr id="0" name=""/>
        <dsp:cNvSpPr/>
      </dsp:nvSpPr>
      <dsp:spPr>
        <a:xfrm>
          <a:off x="0" y="0"/>
          <a:ext cx="7691088" cy="791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 an interactive web system to track candy distribution and remaining stock in real time.</a:t>
          </a:r>
        </a:p>
      </dsp:txBody>
      <dsp:txXfrm>
        <a:off x="23192" y="23192"/>
        <a:ext cx="6769711" cy="745465"/>
      </dsp:txXfrm>
    </dsp:sp>
    <dsp:sp modelId="{E4100074-1DA0-48F9-84D8-E94CB0B05A27}">
      <dsp:nvSpPr>
        <dsp:cNvPr id="0" name=""/>
        <dsp:cNvSpPr/>
      </dsp:nvSpPr>
      <dsp:spPr>
        <a:xfrm>
          <a:off x="644128" y="935822"/>
          <a:ext cx="7691088" cy="791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Users can select candies they receive</a:t>
          </a:r>
        </a:p>
      </dsp:txBody>
      <dsp:txXfrm>
        <a:off x="667320" y="959014"/>
        <a:ext cx="6485873" cy="745465"/>
      </dsp:txXfrm>
    </dsp:sp>
    <dsp:sp modelId="{F710623F-E2C1-4539-89F3-B3577BCA1893}">
      <dsp:nvSpPr>
        <dsp:cNvPr id="0" name=""/>
        <dsp:cNvSpPr/>
      </dsp:nvSpPr>
      <dsp:spPr>
        <a:xfrm>
          <a:off x="1278643" y="1871644"/>
          <a:ext cx="7691088" cy="791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system automatically updates the total candy count.</a:t>
          </a:r>
        </a:p>
      </dsp:txBody>
      <dsp:txXfrm>
        <a:off x="1301835" y="1894836"/>
        <a:ext cx="6495487" cy="745465"/>
      </dsp:txXfrm>
    </dsp:sp>
    <dsp:sp modelId="{D89E7737-2E59-4129-99B1-5B1D8B7FA54E}">
      <dsp:nvSpPr>
        <dsp:cNvPr id="0" name=""/>
        <dsp:cNvSpPr/>
      </dsp:nvSpPr>
      <dsp:spPr>
        <a:xfrm>
          <a:off x="1922772" y="2807466"/>
          <a:ext cx="7691088" cy="7918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Admins can view current inventory anytime.</a:t>
          </a:r>
        </a:p>
      </dsp:txBody>
      <dsp:txXfrm>
        <a:off x="1945964" y="2830658"/>
        <a:ext cx="6485873" cy="745465"/>
      </dsp:txXfrm>
    </dsp:sp>
    <dsp:sp modelId="{7F959158-05F5-4177-A61E-57F074EDD277}">
      <dsp:nvSpPr>
        <dsp:cNvPr id="0" name=""/>
        <dsp:cNvSpPr/>
      </dsp:nvSpPr>
      <dsp:spPr>
        <a:xfrm>
          <a:off x="7176386" y="606484"/>
          <a:ext cx="514702" cy="51470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92194" y="606484"/>
        <a:ext cx="283086" cy="387313"/>
      </dsp:txXfrm>
    </dsp:sp>
    <dsp:sp modelId="{C506B086-5D5D-4FB9-806D-AA2652B54B0D}">
      <dsp:nvSpPr>
        <dsp:cNvPr id="0" name=""/>
        <dsp:cNvSpPr/>
      </dsp:nvSpPr>
      <dsp:spPr>
        <a:xfrm>
          <a:off x="7820515" y="1542306"/>
          <a:ext cx="514702" cy="51470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936323" y="1542306"/>
        <a:ext cx="283086" cy="387313"/>
      </dsp:txXfrm>
    </dsp:sp>
    <dsp:sp modelId="{8031CFDE-3A82-4AA4-8160-8A2CECAA4B48}">
      <dsp:nvSpPr>
        <dsp:cNvPr id="0" name=""/>
        <dsp:cNvSpPr/>
      </dsp:nvSpPr>
      <dsp:spPr>
        <a:xfrm>
          <a:off x="8455030" y="2478129"/>
          <a:ext cx="514702" cy="51470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570838" y="2478129"/>
        <a:ext cx="283086" cy="387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A036A-D8E9-4A55-8326-480B7F91780F}">
      <dsp:nvSpPr>
        <dsp:cNvPr id="0" name=""/>
        <dsp:cNvSpPr/>
      </dsp:nvSpPr>
      <dsp:spPr>
        <a:xfrm>
          <a:off x="0" y="1804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564E1-5221-4975-9F54-0DA837D9231F}">
      <dsp:nvSpPr>
        <dsp:cNvPr id="0" name=""/>
        <dsp:cNvSpPr/>
      </dsp:nvSpPr>
      <dsp:spPr>
        <a:xfrm>
          <a:off x="232606" y="174817"/>
          <a:ext cx="422920" cy="4229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74CE2-24A5-4302-BC24-45EFCBF798FB}">
      <dsp:nvSpPr>
        <dsp:cNvPr id="0" name=""/>
        <dsp:cNvSpPr/>
      </dsp:nvSpPr>
      <dsp:spPr>
        <a:xfrm>
          <a:off x="888133" y="1804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 Interface (index.html)</a:t>
          </a:r>
        </a:p>
      </dsp:txBody>
      <dsp:txXfrm>
        <a:off x="888133" y="1804"/>
        <a:ext cx="5372966" cy="768947"/>
      </dsp:txXfrm>
    </dsp:sp>
    <dsp:sp modelId="{2E59CEA2-4DCC-4AEA-B414-394FEA7AE022}">
      <dsp:nvSpPr>
        <dsp:cNvPr id="0" name=""/>
        <dsp:cNvSpPr/>
      </dsp:nvSpPr>
      <dsp:spPr>
        <a:xfrm>
          <a:off x="0" y="962988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07F19-32D9-4972-98C9-A09C6C2BB36B}">
      <dsp:nvSpPr>
        <dsp:cNvPr id="0" name=""/>
        <dsp:cNvSpPr/>
      </dsp:nvSpPr>
      <dsp:spPr>
        <a:xfrm>
          <a:off x="232606" y="1136001"/>
          <a:ext cx="422920" cy="4229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C002A-A1DD-42F2-8718-9F13D0D8958E}">
      <dsp:nvSpPr>
        <dsp:cNvPr id="0" name=""/>
        <dsp:cNvSpPr/>
      </dsp:nvSpPr>
      <dsp:spPr>
        <a:xfrm>
          <a:off x="888133" y="962988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App.py (read / write)</a:t>
          </a:r>
        </a:p>
      </dsp:txBody>
      <dsp:txXfrm>
        <a:off x="888133" y="962988"/>
        <a:ext cx="5372966" cy="768947"/>
      </dsp:txXfrm>
    </dsp:sp>
    <dsp:sp modelId="{B8789FF7-8F8C-4BFC-A97E-8065B85B7F77}">
      <dsp:nvSpPr>
        <dsp:cNvPr id="0" name=""/>
        <dsp:cNvSpPr/>
      </dsp:nvSpPr>
      <dsp:spPr>
        <a:xfrm>
          <a:off x="0" y="1924172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F6830-8B5C-4ACB-97C6-F163D83105A2}">
      <dsp:nvSpPr>
        <dsp:cNvPr id="0" name=""/>
        <dsp:cNvSpPr/>
      </dsp:nvSpPr>
      <dsp:spPr>
        <a:xfrm>
          <a:off x="232606" y="2097185"/>
          <a:ext cx="422920" cy="4229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177A-4B29-4B42-86DF-DD4E40CBF4AB}">
      <dsp:nvSpPr>
        <dsp:cNvPr id="0" name=""/>
        <dsp:cNvSpPr/>
      </dsp:nvSpPr>
      <dsp:spPr>
        <a:xfrm>
          <a:off x="888133" y="1924172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candies.csv (Data Storage)</a:t>
          </a:r>
        </a:p>
      </dsp:txBody>
      <dsp:txXfrm>
        <a:off x="888133" y="1924172"/>
        <a:ext cx="5372966" cy="768947"/>
      </dsp:txXfrm>
    </dsp:sp>
    <dsp:sp modelId="{4E343221-8B4A-4352-BAF0-A1B198D7F9ED}">
      <dsp:nvSpPr>
        <dsp:cNvPr id="0" name=""/>
        <dsp:cNvSpPr/>
      </dsp:nvSpPr>
      <dsp:spPr>
        <a:xfrm>
          <a:off x="0" y="2885355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0A3A43-36A1-46FB-8E25-EA4AD0044AA1}">
      <dsp:nvSpPr>
        <dsp:cNvPr id="0" name=""/>
        <dsp:cNvSpPr/>
      </dsp:nvSpPr>
      <dsp:spPr>
        <a:xfrm>
          <a:off x="232606" y="3058368"/>
          <a:ext cx="422920" cy="4229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683D1-3CCB-4104-A85B-B3DD485A4778}">
      <dsp:nvSpPr>
        <dsp:cNvPr id="0" name=""/>
        <dsp:cNvSpPr/>
      </dsp:nvSpPr>
      <dsp:spPr>
        <a:xfrm>
          <a:off x="888133" y="2885355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Frontend: HTML, CSS, JS (user interactions)</a:t>
          </a:r>
        </a:p>
      </dsp:txBody>
      <dsp:txXfrm>
        <a:off x="888133" y="2885355"/>
        <a:ext cx="5372966" cy="768947"/>
      </dsp:txXfrm>
    </dsp:sp>
    <dsp:sp modelId="{1E3155AF-0970-4DCE-96A3-7B223F8E9453}">
      <dsp:nvSpPr>
        <dsp:cNvPr id="0" name=""/>
        <dsp:cNvSpPr/>
      </dsp:nvSpPr>
      <dsp:spPr>
        <a:xfrm>
          <a:off x="0" y="3846539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BE9894-16B6-4B34-9CF7-65C53DE5F88C}">
      <dsp:nvSpPr>
        <dsp:cNvPr id="0" name=""/>
        <dsp:cNvSpPr/>
      </dsp:nvSpPr>
      <dsp:spPr>
        <a:xfrm>
          <a:off x="232606" y="4019552"/>
          <a:ext cx="422920" cy="4229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A20F4-2F79-44D1-853A-AD97B3B942EB}">
      <dsp:nvSpPr>
        <dsp:cNvPr id="0" name=""/>
        <dsp:cNvSpPr/>
      </dsp:nvSpPr>
      <dsp:spPr>
        <a:xfrm>
          <a:off x="888133" y="3846539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Backend: Fast API (handles updates) , Python</a:t>
          </a:r>
        </a:p>
      </dsp:txBody>
      <dsp:txXfrm>
        <a:off x="888133" y="3846539"/>
        <a:ext cx="5372966" cy="768947"/>
      </dsp:txXfrm>
    </dsp:sp>
    <dsp:sp modelId="{1C1A4153-8DE8-45B0-94EA-ABE8025DD6FF}">
      <dsp:nvSpPr>
        <dsp:cNvPr id="0" name=""/>
        <dsp:cNvSpPr/>
      </dsp:nvSpPr>
      <dsp:spPr>
        <a:xfrm>
          <a:off x="0" y="4807723"/>
          <a:ext cx="6261100" cy="7689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725A0-596E-4CD9-99EB-68BDE09F2C04}">
      <dsp:nvSpPr>
        <dsp:cNvPr id="0" name=""/>
        <dsp:cNvSpPr/>
      </dsp:nvSpPr>
      <dsp:spPr>
        <a:xfrm>
          <a:off x="232606" y="4980736"/>
          <a:ext cx="422920" cy="4229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99C23-5145-4B84-96D6-A22CD1FE9F8C}">
      <dsp:nvSpPr>
        <dsp:cNvPr id="0" name=""/>
        <dsp:cNvSpPr/>
      </dsp:nvSpPr>
      <dsp:spPr>
        <a:xfrm>
          <a:off x="888133" y="4807723"/>
          <a:ext cx="5372966" cy="7689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80" tIns="81380" rIns="81380" bIns="813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Data: CSV file stores candy stock</a:t>
          </a:r>
        </a:p>
      </dsp:txBody>
      <dsp:txXfrm>
        <a:off x="888133" y="4807723"/>
        <a:ext cx="5372966" cy="7689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C0440-1F62-48FF-82F8-005A4FC3AEDA}">
      <dsp:nvSpPr>
        <dsp:cNvPr id="0" name=""/>
        <dsp:cNvSpPr/>
      </dsp:nvSpPr>
      <dsp:spPr>
        <a:xfrm rot="10800000">
          <a:off x="1725177" y="2181"/>
          <a:ext cx="6131433" cy="723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0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Track how many candies are taken</a:t>
          </a:r>
        </a:p>
      </dsp:txBody>
      <dsp:txXfrm rot="10800000">
        <a:off x="1905971" y="2181"/>
        <a:ext cx="5950639" cy="723175"/>
      </dsp:txXfrm>
    </dsp:sp>
    <dsp:sp modelId="{BBA89CDA-684B-4D7C-9146-E7D8E60ADA6A}">
      <dsp:nvSpPr>
        <dsp:cNvPr id="0" name=""/>
        <dsp:cNvSpPr/>
      </dsp:nvSpPr>
      <dsp:spPr>
        <a:xfrm>
          <a:off x="1363589" y="2181"/>
          <a:ext cx="723175" cy="72317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4ADBE-EC35-46AC-9B62-49B6875B8F34}">
      <dsp:nvSpPr>
        <dsp:cNvPr id="0" name=""/>
        <dsp:cNvSpPr/>
      </dsp:nvSpPr>
      <dsp:spPr>
        <a:xfrm rot="10800000">
          <a:off x="1725177" y="941230"/>
          <a:ext cx="6131433" cy="723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0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Display live candy stock on admin page</a:t>
          </a:r>
        </a:p>
      </dsp:txBody>
      <dsp:txXfrm rot="10800000">
        <a:off x="1905971" y="941230"/>
        <a:ext cx="5950639" cy="723175"/>
      </dsp:txXfrm>
    </dsp:sp>
    <dsp:sp modelId="{E1F7C668-557F-4896-B861-FEC7CFC5C170}">
      <dsp:nvSpPr>
        <dsp:cNvPr id="0" name=""/>
        <dsp:cNvSpPr/>
      </dsp:nvSpPr>
      <dsp:spPr>
        <a:xfrm>
          <a:off x="1363589" y="941230"/>
          <a:ext cx="723175" cy="723175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48F9F-34A5-41A6-98F0-3BA7B3C57BDD}">
      <dsp:nvSpPr>
        <dsp:cNvPr id="0" name=""/>
        <dsp:cNvSpPr/>
      </dsp:nvSpPr>
      <dsp:spPr>
        <a:xfrm rot="10800000">
          <a:off x="1725177" y="1880279"/>
          <a:ext cx="6131433" cy="723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0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Separate admin and user pages		</a:t>
          </a:r>
        </a:p>
      </dsp:txBody>
      <dsp:txXfrm rot="10800000">
        <a:off x="1905971" y="1880279"/>
        <a:ext cx="5950639" cy="723175"/>
      </dsp:txXfrm>
    </dsp:sp>
    <dsp:sp modelId="{EF7B5A98-3828-4963-ABE0-E085575B3196}">
      <dsp:nvSpPr>
        <dsp:cNvPr id="0" name=""/>
        <dsp:cNvSpPr/>
      </dsp:nvSpPr>
      <dsp:spPr>
        <a:xfrm>
          <a:off x="1363589" y="1880279"/>
          <a:ext cx="723175" cy="723175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4B23C-6930-4B7F-9B56-1EABAF2B60DC}">
      <dsp:nvSpPr>
        <dsp:cNvPr id="0" name=""/>
        <dsp:cNvSpPr/>
      </dsp:nvSpPr>
      <dsp:spPr>
        <a:xfrm rot="10800000">
          <a:off x="1725177" y="2819328"/>
          <a:ext cx="6131433" cy="723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0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Smooth UI with Halloween theme</a:t>
          </a:r>
        </a:p>
      </dsp:txBody>
      <dsp:txXfrm rot="10800000">
        <a:off x="1905971" y="2819328"/>
        <a:ext cx="5950639" cy="723175"/>
      </dsp:txXfrm>
    </dsp:sp>
    <dsp:sp modelId="{13A302F0-A633-4DDC-95F9-7EC22A61DFF2}">
      <dsp:nvSpPr>
        <dsp:cNvPr id="0" name=""/>
        <dsp:cNvSpPr/>
      </dsp:nvSpPr>
      <dsp:spPr>
        <a:xfrm>
          <a:off x="1363589" y="2819328"/>
          <a:ext cx="723175" cy="723175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2C1169-AF27-4086-B1F9-A0CF78193AB4}">
      <dsp:nvSpPr>
        <dsp:cNvPr id="0" name=""/>
        <dsp:cNvSpPr/>
      </dsp:nvSpPr>
      <dsp:spPr>
        <a:xfrm rot="10800000">
          <a:off x="1725177" y="3758377"/>
          <a:ext cx="6131433" cy="723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90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Real time backend updates using Flask</a:t>
          </a:r>
        </a:p>
      </dsp:txBody>
      <dsp:txXfrm rot="10800000">
        <a:off x="1905971" y="3758377"/>
        <a:ext cx="5950639" cy="723175"/>
      </dsp:txXfrm>
    </dsp:sp>
    <dsp:sp modelId="{82AE5F2E-291B-4C1D-9438-A5E07983A4F7}">
      <dsp:nvSpPr>
        <dsp:cNvPr id="0" name=""/>
        <dsp:cNvSpPr/>
      </dsp:nvSpPr>
      <dsp:spPr>
        <a:xfrm>
          <a:off x="1363589" y="3758377"/>
          <a:ext cx="723175" cy="723175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6B39A-E5D4-4C47-A7E0-334ACC55D37D}">
      <dsp:nvSpPr>
        <dsp:cNvPr id="0" name=""/>
        <dsp:cNvSpPr/>
      </dsp:nvSpPr>
      <dsp:spPr>
        <a:xfrm>
          <a:off x="919867" y="525899"/>
          <a:ext cx="1444966" cy="14449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04E5B-46DE-4B49-B32F-FF80E791E91B}">
      <dsp:nvSpPr>
        <dsp:cNvPr id="0" name=""/>
        <dsp:cNvSpPr/>
      </dsp:nvSpPr>
      <dsp:spPr>
        <a:xfrm>
          <a:off x="36832" y="2352963"/>
          <a:ext cx="32110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Inventory systems in small stores 🏪</a:t>
          </a:r>
          <a:endParaRPr lang="en-US" sz="2100" kern="1200"/>
        </a:p>
      </dsp:txBody>
      <dsp:txXfrm>
        <a:off x="36832" y="2352963"/>
        <a:ext cx="3211037" cy="720000"/>
      </dsp:txXfrm>
    </dsp:sp>
    <dsp:sp modelId="{2F17810B-C817-48D6-9765-F8C6495B1C59}">
      <dsp:nvSpPr>
        <dsp:cNvPr id="0" name=""/>
        <dsp:cNvSpPr/>
      </dsp:nvSpPr>
      <dsp:spPr>
        <a:xfrm>
          <a:off x="4692837" y="525899"/>
          <a:ext cx="1444966" cy="14449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7BB93-CB6F-47FB-87FD-35DC56BDDBC7}">
      <dsp:nvSpPr>
        <dsp:cNvPr id="0" name=""/>
        <dsp:cNvSpPr/>
      </dsp:nvSpPr>
      <dsp:spPr>
        <a:xfrm>
          <a:off x="3809801" y="2352963"/>
          <a:ext cx="32110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POS (Point-of-Sale) systems in restaurants 🍔</a:t>
          </a:r>
          <a:endParaRPr lang="en-US" sz="2100" kern="1200"/>
        </a:p>
      </dsp:txBody>
      <dsp:txXfrm>
        <a:off x="3809801" y="2352963"/>
        <a:ext cx="3211037" cy="720000"/>
      </dsp:txXfrm>
    </dsp:sp>
    <dsp:sp modelId="{8001041F-32EC-4BD7-98DD-B200F3C9DC8F}">
      <dsp:nvSpPr>
        <dsp:cNvPr id="0" name=""/>
        <dsp:cNvSpPr/>
      </dsp:nvSpPr>
      <dsp:spPr>
        <a:xfrm>
          <a:off x="8465806" y="525899"/>
          <a:ext cx="1444966" cy="14449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184C9-8EE8-4B6B-B914-5FD1E098F47A}">
      <dsp:nvSpPr>
        <dsp:cNvPr id="0" name=""/>
        <dsp:cNvSpPr/>
      </dsp:nvSpPr>
      <dsp:spPr>
        <a:xfrm>
          <a:off x="7582770" y="2352963"/>
          <a:ext cx="32110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Event giveaway trackers 🎟️</a:t>
          </a:r>
          <a:endParaRPr lang="en-US" sz="2100" kern="1200"/>
        </a:p>
      </dsp:txBody>
      <dsp:txXfrm>
        <a:off x="7582770" y="2352963"/>
        <a:ext cx="3211037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4732A-4EF8-430B-BDF6-20AED467A9AB}">
      <dsp:nvSpPr>
        <dsp:cNvPr id="0" name=""/>
        <dsp:cNvSpPr/>
      </dsp:nvSpPr>
      <dsp:spPr>
        <a:xfrm>
          <a:off x="780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05696-BC11-4895-8C7C-9BFB9F3D50A5}">
      <dsp:nvSpPr>
        <dsp:cNvPr id="0" name=""/>
        <dsp:cNvSpPr/>
      </dsp:nvSpPr>
      <dsp:spPr>
        <a:xfrm>
          <a:off x="285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Frontend–Backend Integration</a:t>
          </a:r>
          <a:endParaRPr lang="en-US" sz="1800" kern="1200"/>
        </a:p>
      </dsp:txBody>
      <dsp:txXfrm>
        <a:off x="285320" y="1979494"/>
        <a:ext cx="1800000" cy="720000"/>
      </dsp:txXfrm>
    </dsp:sp>
    <dsp:sp modelId="{94140F7A-B19F-4F38-A666-4950897262A2}">
      <dsp:nvSpPr>
        <dsp:cNvPr id="0" name=""/>
        <dsp:cNvSpPr/>
      </dsp:nvSpPr>
      <dsp:spPr>
        <a:xfrm>
          <a:off x="2895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38B45-8D02-4E79-A9AC-2522442900AD}">
      <dsp:nvSpPr>
        <dsp:cNvPr id="0" name=""/>
        <dsp:cNvSpPr/>
      </dsp:nvSpPr>
      <dsp:spPr>
        <a:xfrm>
          <a:off x="2400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Working with APIs and Fetch</a:t>
          </a:r>
          <a:endParaRPr lang="en-US" sz="1800" kern="1200"/>
        </a:p>
      </dsp:txBody>
      <dsp:txXfrm>
        <a:off x="2400320" y="1979494"/>
        <a:ext cx="1800000" cy="720000"/>
      </dsp:txXfrm>
    </dsp:sp>
    <dsp:sp modelId="{577F57B5-9810-42F3-BF60-E1B5E140B411}">
      <dsp:nvSpPr>
        <dsp:cNvPr id="0" name=""/>
        <dsp:cNvSpPr/>
      </dsp:nvSpPr>
      <dsp:spPr>
        <a:xfrm>
          <a:off x="5010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A7B53-2A7C-41A7-B35C-40794E9CDA8A}">
      <dsp:nvSpPr>
        <dsp:cNvPr id="0" name=""/>
        <dsp:cNvSpPr/>
      </dsp:nvSpPr>
      <dsp:spPr>
        <a:xfrm>
          <a:off x="4515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Data management using CSV</a:t>
          </a:r>
          <a:endParaRPr lang="en-US" sz="1800" kern="1200"/>
        </a:p>
      </dsp:txBody>
      <dsp:txXfrm>
        <a:off x="4515320" y="1979494"/>
        <a:ext cx="1800000" cy="720000"/>
      </dsp:txXfrm>
    </dsp:sp>
    <dsp:sp modelId="{ADD5AED6-E74A-4E4B-87D4-2D26B70BBC18}">
      <dsp:nvSpPr>
        <dsp:cNvPr id="0" name=""/>
        <dsp:cNvSpPr/>
      </dsp:nvSpPr>
      <dsp:spPr>
        <a:xfrm>
          <a:off x="7125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D5A6D-E21C-4645-ADE3-2A2E328EB8DC}">
      <dsp:nvSpPr>
        <dsp:cNvPr id="0" name=""/>
        <dsp:cNvSpPr/>
      </dsp:nvSpPr>
      <dsp:spPr>
        <a:xfrm>
          <a:off x="6630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Fast API web development</a:t>
          </a:r>
          <a:endParaRPr lang="en-US" sz="1800" kern="1200"/>
        </a:p>
      </dsp:txBody>
      <dsp:txXfrm>
        <a:off x="6630320" y="1979494"/>
        <a:ext cx="1800000" cy="720000"/>
      </dsp:txXfrm>
    </dsp:sp>
    <dsp:sp modelId="{03E6CE37-3216-4266-88E9-1D299C721B1C}">
      <dsp:nvSpPr>
        <dsp:cNvPr id="0" name=""/>
        <dsp:cNvSpPr/>
      </dsp:nvSpPr>
      <dsp:spPr>
        <a:xfrm>
          <a:off x="9240320" y="899368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5E569-0C06-45BF-A1CB-5F5A45E3608D}">
      <dsp:nvSpPr>
        <dsp:cNvPr id="0" name=""/>
        <dsp:cNvSpPr/>
      </dsp:nvSpPr>
      <dsp:spPr>
        <a:xfrm>
          <a:off x="8745320" y="19794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Team collaboration &amp; debugging</a:t>
          </a:r>
          <a:endParaRPr lang="en-US" sz="1800" kern="1200"/>
        </a:p>
      </dsp:txBody>
      <dsp:txXfrm>
        <a:off x="8745320" y="1979494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C9DDD-5527-4FF7-9198-A0B5506793A6}">
      <dsp:nvSpPr>
        <dsp:cNvPr id="0" name=""/>
        <dsp:cNvSpPr/>
      </dsp:nvSpPr>
      <dsp:spPr>
        <a:xfrm>
          <a:off x="0" y="133157"/>
          <a:ext cx="6261100" cy="26114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Thank you to all the mentors, William, Joshua, Brandon, Abdi!</a:t>
          </a:r>
          <a:br>
            <a:rPr lang="en-US" sz="3100" kern="1200"/>
          </a:br>
          <a:r>
            <a:rPr lang="en-US" sz="3100" kern="1200"/>
            <a:t>It couldn’t have been possible without them at all and they know it.</a:t>
          </a:r>
        </a:p>
      </dsp:txBody>
      <dsp:txXfrm>
        <a:off x="127480" y="260637"/>
        <a:ext cx="6006140" cy="2356479"/>
      </dsp:txXfrm>
    </dsp:sp>
    <dsp:sp modelId="{E0D42359-D492-4FCD-BA67-0CA9B8D798D1}">
      <dsp:nvSpPr>
        <dsp:cNvPr id="0" name=""/>
        <dsp:cNvSpPr/>
      </dsp:nvSpPr>
      <dsp:spPr>
        <a:xfrm>
          <a:off x="0" y="2833877"/>
          <a:ext cx="6261100" cy="2611439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Also, a sincere thank you to Mr. Issac Oslon for presenting us with this opportunity.</a:t>
          </a:r>
        </a:p>
      </dsp:txBody>
      <dsp:txXfrm>
        <a:off x="127480" y="2961357"/>
        <a:ext cx="6006140" cy="23564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2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5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0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8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9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3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5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1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5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97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684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54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4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09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7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1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A316-EB36-4875-9381-8AE55DB993C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4F77E-8075-4D73-8D1A-819E2E632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45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84762E-7FCC-4EAF-B9E7-CE7214491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7A1389-2A5D-4886-AD82-F213767E6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038667-0C3F-4764-A24D-DA9D9B474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C2195B-895A-4535-8ECD-9F5B669C5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71EEFCA-9235-4BC2-85C3-A4EC6EE57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33B34-5096-A929-39A0-084E03A51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063262"/>
            <a:ext cx="3739278" cy="2661138"/>
          </a:xfrm>
        </p:spPr>
        <p:txBody>
          <a:bodyPr anchor="ctr">
            <a:normAutofit/>
          </a:bodyPr>
          <a:lstStyle/>
          <a:p>
            <a:r>
              <a:rPr lang="en-US" dirty="0"/>
              <a:t>Halloween Candy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65EE-8169-4E82-F8BD-C52B55BE1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3" y="5101297"/>
            <a:ext cx="3739277" cy="1599305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/>
              <a:t>A Smart Candy Inventory Management System</a:t>
            </a:r>
          </a:p>
          <a:p>
            <a:pPr algn="ctr"/>
            <a:r>
              <a:rPr lang="en-US" sz="1400" b="1" dirty="0"/>
              <a:t>Deepika Gautam</a:t>
            </a:r>
          </a:p>
          <a:p>
            <a:pPr algn="ctr"/>
            <a:r>
              <a:rPr lang="en-US" sz="1400" b="1" dirty="0"/>
              <a:t> Pratistha Prajapati</a:t>
            </a:r>
          </a:p>
          <a:p>
            <a:pPr algn="ctr"/>
            <a:r>
              <a:rPr lang="en-US" sz="1400" b="1" dirty="0"/>
              <a:t>Nita Giri</a:t>
            </a:r>
          </a:p>
        </p:txBody>
      </p:sp>
      <p:pic>
        <p:nvPicPr>
          <p:cNvPr id="7" name="Graphic 6" descr="Lollipop">
            <a:extLst>
              <a:ext uri="{FF2B5EF4-FFF2-40B4-BE49-F238E27FC236}">
                <a16:creationId xmlns:a16="http://schemas.microsoft.com/office/drawing/2014/main" id="{B35B6718-92CA-2043-F76C-F8DDE7086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6167" y="640080"/>
            <a:ext cx="5577840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88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Assorted candies and gummies">
            <a:extLst>
              <a:ext uri="{FF2B5EF4-FFF2-40B4-BE49-F238E27FC236}">
                <a16:creationId xmlns:a16="http://schemas.microsoft.com/office/drawing/2014/main" id="{50394354-F13A-5D41-9FA1-88E1FC312A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93" r="8176"/>
          <a:stretch>
            <a:fillRect/>
          </a:stretch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E0C6D-098D-8053-46DB-4148D33F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en-US" sz="3200"/>
              <a:t>Happy Halloween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20B7-D9D5-8F8C-F732-9595C4253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81635" cy="3599316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/>
              <a:t>Every Halloween, it’s hard to keep track of how many candies have been given out or how many are left.</a:t>
            </a:r>
            <a:br>
              <a:rPr lang="en-US" sz="1800" b="1" dirty="0"/>
            </a:br>
            <a:r>
              <a:rPr lang="en-US" sz="1800" b="1" dirty="0"/>
              <a:t>People often run out too soon or buy too much, wasting money.</a:t>
            </a:r>
          </a:p>
        </p:txBody>
      </p:sp>
    </p:spTree>
    <p:extLst>
      <p:ext uri="{BB962C8B-B14F-4D97-AF65-F5344CB8AC3E}">
        <p14:creationId xmlns:p14="http://schemas.microsoft.com/office/powerpoint/2010/main" val="350931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2011-8F49-1AB8-5821-093B0D8B1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361390F-79CB-94E4-615F-06AA14ABC6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dog in a ghost garment holding a pumpkin&#10;&#10;AI-generated content may be incorrect.">
            <a:extLst>
              <a:ext uri="{FF2B5EF4-FFF2-40B4-BE49-F238E27FC236}">
                <a16:creationId xmlns:a16="http://schemas.microsoft.com/office/drawing/2014/main" id="{41E0F6A4-5416-7AA8-69DE-595D5B88B7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965" y="622037"/>
            <a:ext cx="1993653" cy="132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6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A5699-3034-5333-5E1D-85D1BF15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System Overview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C2E1E202-6A1A-1809-80A4-701448B38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273541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0976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799F-0388-B40B-B192-B067F2C9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80" y="365125"/>
            <a:ext cx="6941820" cy="1325563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EC405E-F3DF-B201-0504-84CE887E2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2397298"/>
              </p:ext>
            </p:extLst>
          </p:nvPr>
        </p:nvGraphicFramePr>
        <p:xfrm>
          <a:off x="838200" y="1825624"/>
          <a:ext cx="9220200" cy="4483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36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98FB-F3D9-C601-16B7-30CF9128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Screenshots – For trick or treaters</a:t>
            </a:r>
          </a:p>
        </p:txBody>
      </p:sp>
      <p:pic>
        <p:nvPicPr>
          <p:cNvPr id="5" name="Content Placeholder 4" descr="A screenshot of a halloween menu&#10;&#10;AI-generated content may be incorrect.">
            <a:extLst>
              <a:ext uri="{FF2B5EF4-FFF2-40B4-BE49-F238E27FC236}">
                <a16:creationId xmlns:a16="http://schemas.microsoft.com/office/drawing/2014/main" id="{CB562732-B19E-A930-04FB-F6C9C7B41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382" y="2505909"/>
            <a:ext cx="4358622" cy="3598863"/>
          </a:xfrm>
        </p:spPr>
      </p:pic>
    </p:spTree>
    <p:extLst>
      <p:ext uri="{BB962C8B-B14F-4D97-AF65-F5344CB8AC3E}">
        <p14:creationId xmlns:p14="http://schemas.microsoft.com/office/powerpoint/2010/main" val="69817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0986-2F61-2DFA-4C8F-F222D00C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admin</a:t>
            </a:r>
          </a:p>
        </p:txBody>
      </p:sp>
      <p:pic>
        <p:nvPicPr>
          <p:cNvPr id="5" name="Content Placeholder 4" descr="A screenshot of a candy inventory dashboard&#10;&#10;AI-generated content may be incorrect.">
            <a:extLst>
              <a:ext uri="{FF2B5EF4-FFF2-40B4-BE49-F238E27FC236}">
                <a16:creationId xmlns:a16="http://schemas.microsoft.com/office/drawing/2014/main" id="{1CE06E38-7B27-16E4-593F-41FD3DC73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04" y="2505909"/>
            <a:ext cx="4772791" cy="3598863"/>
          </a:xfrm>
        </p:spPr>
      </p:pic>
    </p:spTree>
    <p:extLst>
      <p:ext uri="{BB962C8B-B14F-4D97-AF65-F5344CB8AC3E}">
        <p14:creationId xmlns:p14="http://schemas.microsoft.com/office/powerpoint/2010/main" val="2577983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8B04-5088-75E5-6091-9F9F85CB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Real World Application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F2D6DB3-1379-C655-22A3-DC1D08FEC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64627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8356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D1C26-1CE9-00D1-FCF4-0E5CCB08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Learning Outcomes</a:t>
            </a: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00532F51-8705-1501-71E0-1DC8DD2FD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458473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827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8" name="Rectangle 17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A6EC1-7EA5-73C3-C007-BE5E9C9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041628" cy="3599316"/>
          </a:xfrm>
        </p:spPr>
        <p:txBody>
          <a:bodyPr>
            <a:noAutofit/>
          </a:bodyPr>
          <a:lstStyle/>
          <a:p>
            <a:r>
              <a:rPr lang="en-US" sz="2000" b="1" dirty="0"/>
              <a:t>🚀 Add login system (Admin authentication)</a:t>
            </a:r>
          </a:p>
          <a:p>
            <a:br>
              <a:rPr lang="en-US" sz="2000" b="1" dirty="0"/>
            </a:br>
            <a:r>
              <a:rPr lang="en-US" sz="2000" b="1" dirty="0"/>
              <a:t>📊 Replace CSV with database (SQLite/MySQL)</a:t>
            </a:r>
          </a:p>
          <a:p>
            <a:br>
              <a:rPr lang="en-US" sz="2000" b="1" dirty="0"/>
            </a:br>
            <a:r>
              <a:rPr lang="en-US" sz="2000" b="1" dirty="0"/>
              <a:t>📈 Add data visualization charts</a:t>
            </a:r>
          </a:p>
          <a:p>
            <a:br>
              <a:rPr lang="en-US" sz="2000" b="1" dirty="0"/>
            </a:br>
            <a:r>
              <a:rPr lang="en-US" sz="2000" b="1" dirty="0"/>
              <a:t>📬 Add email/SMS alerts for low stock</a:t>
            </a:r>
          </a:p>
          <a:p>
            <a:br>
              <a:rPr lang="en-US" sz="2000" b="1" dirty="0"/>
            </a:br>
            <a:r>
              <a:rPr lang="en-US" sz="2000" b="1" dirty="0"/>
              <a:t>☁️ Deploy online for public access</a:t>
            </a:r>
          </a:p>
        </p:txBody>
      </p:sp>
      <p:pic>
        <p:nvPicPr>
          <p:cNvPr id="19" name="Picture 18" descr="Computer script on a screen">
            <a:extLst>
              <a:ext uri="{FF2B5EF4-FFF2-40B4-BE49-F238E27FC236}">
                <a16:creationId xmlns:a16="http://schemas.microsoft.com/office/drawing/2014/main" id="{FBAD3E5D-D9B2-8FA8-9244-0067E52152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5" r="40228"/>
          <a:stretch>
            <a:fillRect/>
          </a:stretch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8B825-6986-EFCA-D457-CA0AC69F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>
            <a:normAutofit/>
          </a:bodyPr>
          <a:lstStyle/>
          <a:p>
            <a:r>
              <a:rPr lang="en-US"/>
              <a:t>Future Enhancements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10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Halloween decorations on a table">
            <a:extLst>
              <a:ext uri="{FF2B5EF4-FFF2-40B4-BE49-F238E27FC236}">
                <a16:creationId xmlns:a16="http://schemas.microsoft.com/office/drawing/2014/main" id="{5C740740-E67D-F8EF-7CD0-76BB090D00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817"/>
          <a:stretch>
            <a:fillRect/>
          </a:stretch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B3F5F-EE59-1D6E-960B-6DC1A0C8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B625-2F44-F60F-BE8B-68ED75E50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US" sz="2000" i="1"/>
              <a:t>The Halloween Candy Tracker simplifies candy distribution, provides live stock updates, and demonstrates real-world inventory tracking principles in a fun, themed way.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0503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CB1804-750C-7BAF-C317-1DE67EEA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Thank You!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D3073C-14B3-A20B-4F1F-9723A576A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89099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275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60CF-E05F-BF76-B4B6-64B8BA92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61BC-EFD7-106B-D9ED-FB7E4A6D3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Algerian" panose="04020705040A02060702" pitchFamily="82" charset="0"/>
              </a:rPr>
              <a:t>Thank You!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i="1" dirty="0"/>
              <a:t>Candies Please</a:t>
            </a:r>
          </a:p>
          <a:p>
            <a:pPr marL="0" indent="0" algn="ctr">
              <a:buNone/>
            </a:pPr>
            <a:endParaRPr lang="en-US" b="1" i="1" dirty="0"/>
          </a:p>
        </p:txBody>
      </p:sp>
      <p:pic>
        <p:nvPicPr>
          <p:cNvPr id="5" name="Picture 4" descr="A dog in a ghost garment holding a pumpkin&#10;&#10;AI-generated content may be incorrect.">
            <a:extLst>
              <a:ext uri="{FF2B5EF4-FFF2-40B4-BE49-F238E27FC236}">
                <a16:creationId xmlns:a16="http://schemas.microsoft.com/office/drawing/2014/main" id="{DFE79DC5-9267-7ECA-A0FA-03F594417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8" y="4011508"/>
            <a:ext cx="4377128" cy="269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6042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128</TotalTime>
  <Words>358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Algerian</vt:lpstr>
      <vt:lpstr>Arial</vt:lpstr>
      <vt:lpstr>Trebuchet MS</vt:lpstr>
      <vt:lpstr>Berlin</vt:lpstr>
      <vt:lpstr>Halloween Candy Tracker</vt:lpstr>
      <vt:lpstr>Happy Halloween </vt:lpstr>
      <vt:lpstr>Objective</vt:lpstr>
      <vt:lpstr>System Overview</vt:lpstr>
      <vt:lpstr>Features</vt:lpstr>
      <vt:lpstr>Demo Screenshots – For trick or treaters</vt:lpstr>
      <vt:lpstr>For admin</vt:lpstr>
      <vt:lpstr>Real World Application</vt:lpstr>
      <vt:lpstr>Learning Outcomes</vt:lpstr>
      <vt:lpstr>Future Enhancements</vt:lpstr>
      <vt:lpstr>Conclusion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Gautam</dc:creator>
  <cp:lastModifiedBy>Deepika Gautam</cp:lastModifiedBy>
  <cp:revision>1</cp:revision>
  <dcterms:created xsi:type="dcterms:W3CDTF">2025-11-08T18:19:41Z</dcterms:created>
  <dcterms:modified xsi:type="dcterms:W3CDTF">2025-11-08T20:51:06Z</dcterms:modified>
</cp:coreProperties>
</file>